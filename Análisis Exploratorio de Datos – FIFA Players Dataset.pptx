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6" r:id="rId2"/>
    <p:sldId id="276" r:id="rId3"/>
    <p:sldId id="277" r:id="rId4"/>
    <p:sldId id="278" r:id="rId5"/>
    <p:sldId id="279" r:id="rId6"/>
    <p:sldId id="288" r:id="rId7"/>
    <p:sldId id="281" r:id="rId8"/>
    <p:sldId id="283" r:id="rId9"/>
    <p:sldId id="285" r:id="rId10"/>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395" autoAdjust="0"/>
  </p:normalViewPr>
  <p:slideViewPr>
    <p:cSldViewPr snapToGrid="0" showGuides="1">
      <p:cViewPr varScale="1">
        <p:scale>
          <a:sx n="72" d="100"/>
          <a:sy n="72" d="100"/>
        </p:scale>
        <p:origin x="618" y="78"/>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77" d="100"/>
          <a:sy n="77" d="100"/>
        </p:scale>
        <p:origin x="3864"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B46527B0-0B24-4087-B225-DB4F5C738F6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fecha 2">
            <a:extLst>
              <a:ext uri="{FF2B5EF4-FFF2-40B4-BE49-F238E27FC236}">
                <a16:creationId xmlns:a16="http://schemas.microsoft.com/office/drawing/2014/main" id="{F72798E0-F322-4236-8531-A1882BFE400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533067C-2384-41D2-8B82-9349FDE7AD9D}" type="datetime1">
              <a:rPr lang="es-ES" smtClean="0"/>
              <a:t>24/02/2026</a:t>
            </a:fld>
            <a:endParaRPr lang="es-ES" dirty="0"/>
          </a:p>
        </p:txBody>
      </p:sp>
      <p:sp>
        <p:nvSpPr>
          <p:cNvPr id="4" name="Marcador de pie de página 3">
            <a:extLst>
              <a:ext uri="{FF2B5EF4-FFF2-40B4-BE49-F238E27FC236}">
                <a16:creationId xmlns:a16="http://schemas.microsoft.com/office/drawing/2014/main" id="{B4E5881F-2FD0-41BC-8E76-C691E59E146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posición de número de diapositiva 4">
            <a:extLst>
              <a:ext uri="{FF2B5EF4-FFF2-40B4-BE49-F238E27FC236}">
                <a16:creationId xmlns:a16="http://schemas.microsoft.com/office/drawing/2014/main" id="{62CA62C5-8A29-4592-9E3E-4C457F263C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4E85F6F-0FAD-4AD4-850C-7E4CD14D7D70}" type="slidenum">
              <a:rPr lang="es-ES" smtClean="0"/>
              <a:t>‹Nº›</a:t>
            </a:fld>
            <a:endParaRPr lang="es-ES" dirty="0"/>
          </a:p>
        </p:txBody>
      </p:sp>
    </p:spTree>
    <p:extLst>
      <p:ext uri="{BB962C8B-B14F-4D97-AF65-F5344CB8AC3E}">
        <p14:creationId xmlns:p14="http://schemas.microsoft.com/office/powerpoint/2010/main" val="3583274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487F61-0961-4A80-86AF-2E6D11CE3A9F}" type="datetime1">
              <a:rPr lang="es-ES" smtClean="0"/>
              <a:pPr/>
              <a:t>24/02/2026</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dirty="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Editar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E60DC36-8EFA-4378-9855-E019C55AC472}" type="slidenum">
              <a:rPr lang="es-ES" noProof="0" smtClean="0"/>
              <a:t>‹Nº›</a:t>
            </a:fld>
            <a:endParaRPr lang="es-ES" noProof="0"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BE60DC36-8EFA-4378-9855-E019C55AC472}" type="slidenum">
              <a:rPr lang="es-ES" smtClean="0"/>
              <a:t>1</a:t>
            </a:fld>
            <a:endParaRPr lang="es-ES" dirty="0"/>
          </a:p>
        </p:txBody>
      </p:sp>
    </p:spTree>
    <p:extLst>
      <p:ext uri="{BB962C8B-B14F-4D97-AF65-F5344CB8AC3E}">
        <p14:creationId xmlns:p14="http://schemas.microsoft.com/office/powerpoint/2010/main" val="1479074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BE60DC36-8EFA-4378-9855-E019C55AC472}" type="slidenum">
              <a:rPr lang="es-ES" smtClean="0"/>
              <a:t>2</a:t>
            </a:fld>
            <a:endParaRPr lang="es-ES" dirty="0"/>
          </a:p>
        </p:txBody>
      </p:sp>
    </p:spTree>
    <p:extLst>
      <p:ext uri="{BB962C8B-B14F-4D97-AF65-F5344CB8AC3E}">
        <p14:creationId xmlns:p14="http://schemas.microsoft.com/office/powerpoint/2010/main" val="1497579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BE60DC36-8EFA-4378-9855-E019C55AC472}" type="slidenum">
              <a:rPr lang="es-ES" smtClean="0"/>
              <a:t>3</a:t>
            </a:fld>
            <a:endParaRPr lang="es-ES" dirty="0"/>
          </a:p>
        </p:txBody>
      </p:sp>
    </p:spTree>
    <p:extLst>
      <p:ext uri="{BB962C8B-B14F-4D97-AF65-F5344CB8AC3E}">
        <p14:creationId xmlns:p14="http://schemas.microsoft.com/office/powerpoint/2010/main" val="1651124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BE60DC36-8EFA-4378-9855-E019C55AC472}" type="slidenum">
              <a:rPr lang="es-ES" smtClean="0"/>
              <a:t>4</a:t>
            </a:fld>
            <a:endParaRPr lang="es-ES" dirty="0"/>
          </a:p>
        </p:txBody>
      </p:sp>
    </p:spTree>
    <p:extLst>
      <p:ext uri="{BB962C8B-B14F-4D97-AF65-F5344CB8AC3E}">
        <p14:creationId xmlns:p14="http://schemas.microsoft.com/office/powerpoint/2010/main" val="4433798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BE60DC36-8EFA-4378-9855-E019C55AC472}" type="slidenum">
              <a:rPr lang="es-ES" smtClean="0"/>
              <a:t>5</a:t>
            </a:fld>
            <a:endParaRPr lang="es-ES" dirty="0"/>
          </a:p>
        </p:txBody>
      </p:sp>
    </p:spTree>
    <p:extLst>
      <p:ext uri="{BB962C8B-B14F-4D97-AF65-F5344CB8AC3E}">
        <p14:creationId xmlns:p14="http://schemas.microsoft.com/office/powerpoint/2010/main" val="3790490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8B59B-E64A-709C-F0E8-A0F84FA7784F}"/>
            </a:ext>
          </a:extLst>
        </p:cNvPr>
        <p:cNvGrpSpPr/>
        <p:nvPr/>
      </p:nvGrpSpPr>
      <p:grpSpPr>
        <a:xfrm>
          <a:off x="0" y="0"/>
          <a:ext cx="0" cy="0"/>
          <a:chOff x="0" y="0"/>
          <a:chExt cx="0" cy="0"/>
        </a:xfrm>
      </p:grpSpPr>
      <p:sp>
        <p:nvSpPr>
          <p:cNvPr id="2" name="Marcador de posición de imagen de diapositiva 1">
            <a:extLst>
              <a:ext uri="{FF2B5EF4-FFF2-40B4-BE49-F238E27FC236}">
                <a16:creationId xmlns:a16="http://schemas.microsoft.com/office/drawing/2014/main" id="{F49FAAE0-32FC-0878-2C5E-30380B7E1407}"/>
              </a:ext>
            </a:extLst>
          </p:cNvPr>
          <p:cNvSpPr>
            <a:spLocks noGrp="1" noRot="1" noChangeAspect="1"/>
          </p:cNvSpPr>
          <p:nvPr>
            <p:ph type="sldImg"/>
          </p:nvPr>
        </p:nvSpPr>
        <p:spPr/>
      </p:sp>
      <p:sp>
        <p:nvSpPr>
          <p:cNvPr id="3" name="Marcador de posición de notas 2">
            <a:extLst>
              <a:ext uri="{FF2B5EF4-FFF2-40B4-BE49-F238E27FC236}">
                <a16:creationId xmlns:a16="http://schemas.microsoft.com/office/drawing/2014/main" id="{2594B863-F2EA-A0B3-DD51-D3C3D76A3A72}"/>
              </a:ext>
            </a:extLst>
          </p:cNvPr>
          <p:cNvSpPr>
            <a:spLocks noGrp="1"/>
          </p:cNvSpPr>
          <p:nvPr>
            <p:ph type="body" idx="1"/>
          </p:nvPr>
        </p:nvSpPr>
        <p:spPr/>
        <p:txBody>
          <a:bodyPr rtlCol="0"/>
          <a:lstStyle/>
          <a:p>
            <a:pPr rtl="0"/>
            <a:endParaRPr lang="es-ES" dirty="0"/>
          </a:p>
        </p:txBody>
      </p:sp>
      <p:sp>
        <p:nvSpPr>
          <p:cNvPr id="4" name="Marcador de posición de número de diapositiva 3">
            <a:extLst>
              <a:ext uri="{FF2B5EF4-FFF2-40B4-BE49-F238E27FC236}">
                <a16:creationId xmlns:a16="http://schemas.microsoft.com/office/drawing/2014/main" id="{9A020998-187D-34C3-DD7D-492DDCE6F0FE}"/>
              </a:ext>
            </a:extLst>
          </p:cNvPr>
          <p:cNvSpPr>
            <a:spLocks noGrp="1"/>
          </p:cNvSpPr>
          <p:nvPr>
            <p:ph type="sldNum" sz="quarter" idx="5"/>
          </p:nvPr>
        </p:nvSpPr>
        <p:spPr/>
        <p:txBody>
          <a:bodyPr rtlCol="0"/>
          <a:lstStyle/>
          <a:p>
            <a:pPr rtl="0"/>
            <a:fld id="{BE60DC36-8EFA-4378-9855-E019C55AC472}" type="slidenum">
              <a:rPr lang="es-ES" smtClean="0"/>
              <a:t>6</a:t>
            </a:fld>
            <a:endParaRPr lang="es-ES" dirty="0"/>
          </a:p>
        </p:txBody>
      </p:sp>
    </p:spTree>
    <p:extLst>
      <p:ext uri="{BB962C8B-B14F-4D97-AF65-F5344CB8AC3E}">
        <p14:creationId xmlns:p14="http://schemas.microsoft.com/office/powerpoint/2010/main" val="1167430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BE60DC36-8EFA-4378-9855-E019C55AC472}" type="slidenum">
              <a:rPr lang="es-ES" smtClean="0"/>
              <a:t>7</a:t>
            </a:fld>
            <a:endParaRPr lang="es-ES" dirty="0"/>
          </a:p>
        </p:txBody>
      </p:sp>
    </p:spTree>
    <p:extLst>
      <p:ext uri="{BB962C8B-B14F-4D97-AF65-F5344CB8AC3E}">
        <p14:creationId xmlns:p14="http://schemas.microsoft.com/office/powerpoint/2010/main" val="39176499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BE60DC36-8EFA-4378-9855-E019C55AC472}" type="slidenum">
              <a:rPr lang="es-ES" smtClean="0"/>
              <a:t>8</a:t>
            </a:fld>
            <a:endParaRPr lang="es-ES" dirty="0"/>
          </a:p>
        </p:txBody>
      </p:sp>
    </p:spTree>
    <p:extLst>
      <p:ext uri="{BB962C8B-B14F-4D97-AF65-F5344CB8AC3E}">
        <p14:creationId xmlns:p14="http://schemas.microsoft.com/office/powerpoint/2010/main" val="3944230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número de diapositiva 3"/>
          <p:cNvSpPr>
            <a:spLocks noGrp="1"/>
          </p:cNvSpPr>
          <p:nvPr>
            <p:ph type="sldNum" sz="quarter" idx="5"/>
          </p:nvPr>
        </p:nvSpPr>
        <p:spPr/>
        <p:txBody>
          <a:bodyPr rtlCol="0"/>
          <a:lstStyle/>
          <a:p>
            <a:pPr rtl="0"/>
            <a:fld id="{BE60DC36-8EFA-4378-9855-E019C55AC472}" type="slidenum">
              <a:rPr lang="es-ES" smtClean="0"/>
              <a:t>9</a:t>
            </a:fld>
            <a:endParaRPr lang="es-ES" dirty="0"/>
          </a:p>
        </p:txBody>
      </p:sp>
    </p:spTree>
    <p:extLst>
      <p:ext uri="{BB962C8B-B14F-4D97-AF65-F5344CB8AC3E}">
        <p14:creationId xmlns:p14="http://schemas.microsoft.com/office/powerpoint/2010/main" val="1054801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rtlCol="0" anchor="b"/>
          <a:lstStyle>
            <a:lvl1pPr algn="ctr">
              <a:defRPr sz="6000"/>
            </a:lvl1pPr>
          </a:lstStyle>
          <a:p>
            <a:pPr rtl="0"/>
            <a:r>
              <a:rPr lang="es-ES" noProof="0"/>
              <a:t>Haga clic para modificar el estilo de título del patrón</a:t>
            </a:r>
            <a:endParaRPr lang="es-ES" noProof="0" dirty="0"/>
          </a:p>
        </p:txBody>
      </p:sp>
      <p:sp>
        <p:nvSpPr>
          <p:cNvPr id="3" name="Subtítulo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rtlCol="0"/>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4" name="Marcador de fecha 3">
            <a:extLst>
              <a:ext uri="{FF2B5EF4-FFF2-40B4-BE49-F238E27FC236}">
                <a16:creationId xmlns:a16="http://schemas.microsoft.com/office/drawing/2014/main" id="{1FBEFBAF-82E9-49AD-B2CF-7D154E024431}"/>
              </a:ext>
            </a:extLst>
          </p:cNvPr>
          <p:cNvSpPr>
            <a:spLocks noGrp="1"/>
          </p:cNvSpPr>
          <p:nvPr>
            <p:ph type="dt" sz="half" idx="10"/>
          </p:nvPr>
        </p:nvSpPr>
        <p:spPr/>
        <p:txBody>
          <a:bodyPr rtlCol="0"/>
          <a:lstStyle/>
          <a:p>
            <a:pPr rtl="0"/>
            <a:fld id="{0C16DFB5-94AC-45CD-B655-642C94C51F81}" type="datetime1">
              <a:rPr lang="es-ES" noProof="0" smtClean="0"/>
              <a:t>24/02/2026</a:t>
            </a:fld>
            <a:endParaRPr lang="es-ES" noProof="0" dirty="0"/>
          </a:p>
        </p:txBody>
      </p:sp>
      <p:sp>
        <p:nvSpPr>
          <p:cNvPr id="5" name="Marcador de pie de página 4">
            <a:extLst>
              <a:ext uri="{FF2B5EF4-FFF2-40B4-BE49-F238E27FC236}">
                <a16:creationId xmlns:a16="http://schemas.microsoft.com/office/drawing/2014/main" id="{5AD8006A-94B1-44F7-972D-56767EDE3CC3}"/>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rtlCol="0"/>
          <a:lstStyle/>
          <a:p>
            <a:pPr rtl="0"/>
            <a:fld id="{06FEDF93-2BFD-41CA-ABC7-B039102F3792}" type="slidenum">
              <a:rPr lang="es-ES" noProof="0" smtClean="0"/>
              <a:t>‹Nº›</a:t>
            </a:fld>
            <a:endParaRPr lang="es-ES" noProof="0"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807FBE-061D-452C-A8A6-213063CFD678}"/>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a:extLst>
              <a:ext uri="{FF2B5EF4-FFF2-40B4-BE49-F238E27FC236}">
                <a16:creationId xmlns:a16="http://schemas.microsoft.com/office/drawing/2014/main" id="{433A3535-1708-499D-B5D2-7D8F9FD182D0}"/>
              </a:ext>
            </a:extLst>
          </p:cNvPr>
          <p:cNvSpPr>
            <a:spLocks noGrp="1"/>
          </p:cNvSpPr>
          <p:nvPr>
            <p:ph idx="1"/>
          </p:nvPr>
        </p:nvSpPr>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fecha 3">
            <a:extLst>
              <a:ext uri="{FF2B5EF4-FFF2-40B4-BE49-F238E27FC236}">
                <a16:creationId xmlns:a16="http://schemas.microsoft.com/office/drawing/2014/main" id="{ACB06063-A112-49AB-80C8-504D99ECD771}"/>
              </a:ext>
            </a:extLst>
          </p:cNvPr>
          <p:cNvSpPr>
            <a:spLocks noGrp="1"/>
          </p:cNvSpPr>
          <p:nvPr>
            <p:ph type="dt" sz="half" idx="10"/>
          </p:nvPr>
        </p:nvSpPr>
        <p:spPr/>
        <p:txBody>
          <a:bodyPr rtlCol="0"/>
          <a:lstStyle/>
          <a:p>
            <a:pPr rtl="0"/>
            <a:fld id="{C5383DFE-F986-4781-83AF-3968C48C9EB3}" type="datetime1">
              <a:rPr lang="es-ES" noProof="0" smtClean="0"/>
              <a:t>24/02/2026</a:t>
            </a:fld>
            <a:endParaRPr lang="es-ES" noProof="0" dirty="0"/>
          </a:p>
        </p:txBody>
      </p:sp>
      <p:sp>
        <p:nvSpPr>
          <p:cNvPr id="5" name="Marcador de pie de página 4">
            <a:extLst>
              <a:ext uri="{FF2B5EF4-FFF2-40B4-BE49-F238E27FC236}">
                <a16:creationId xmlns:a16="http://schemas.microsoft.com/office/drawing/2014/main" id="{6344C8D5-F898-4318-A76D-1FBD87329198}"/>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rtlCol="0"/>
          <a:lstStyle/>
          <a:p>
            <a:pPr rtl="0"/>
            <a:fld id="{06FEDF93-2BFD-41CA-ABC7-B039102F3792}" type="slidenum">
              <a:rPr lang="es-ES" noProof="0" smtClean="0"/>
              <a:t>‹Nº›</a:t>
            </a:fld>
            <a:endParaRPr lang="es-ES" noProof="0"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rtlCol="0" anchor="b"/>
          <a:lstStyle>
            <a:lvl1pPr>
              <a:defRPr sz="6000"/>
            </a:lvl1pPr>
          </a:lstStyle>
          <a:p>
            <a:pPr rtl="0"/>
            <a:r>
              <a:rPr lang="es-ES" noProof="0"/>
              <a:t>Haga clic para modificar el estilo de título del patrón</a:t>
            </a:r>
            <a:endParaRPr lang="es-ES" noProof="0" dirty="0"/>
          </a:p>
        </p:txBody>
      </p:sp>
      <p:sp>
        <p:nvSpPr>
          <p:cNvPr id="3" name="Marcador de posición de texto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Haga clic para modificar los estilos de texto del patrón</a:t>
            </a:r>
          </a:p>
        </p:txBody>
      </p:sp>
      <p:sp>
        <p:nvSpPr>
          <p:cNvPr id="4" name="Marcador de fecha 3">
            <a:extLst>
              <a:ext uri="{FF2B5EF4-FFF2-40B4-BE49-F238E27FC236}">
                <a16:creationId xmlns:a16="http://schemas.microsoft.com/office/drawing/2014/main" id="{D5FF82DB-B518-40FD-8A66-44B874C055FB}"/>
              </a:ext>
            </a:extLst>
          </p:cNvPr>
          <p:cNvSpPr>
            <a:spLocks noGrp="1"/>
          </p:cNvSpPr>
          <p:nvPr>
            <p:ph type="dt" sz="half" idx="10"/>
          </p:nvPr>
        </p:nvSpPr>
        <p:spPr/>
        <p:txBody>
          <a:bodyPr rtlCol="0"/>
          <a:lstStyle/>
          <a:p>
            <a:pPr rtl="0"/>
            <a:fld id="{D26E2C9A-6E6B-4DE2-9D7E-0168118DA85E}" type="datetime1">
              <a:rPr lang="es-ES" noProof="0" smtClean="0"/>
              <a:t>24/02/2026</a:t>
            </a:fld>
            <a:endParaRPr lang="es-ES" noProof="0" dirty="0"/>
          </a:p>
        </p:txBody>
      </p:sp>
      <p:sp>
        <p:nvSpPr>
          <p:cNvPr id="5" name="Marcador de pie de página 4">
            <a:extLst>
              <a:ext uri="{FF2B5EF4-FFF2-40B4-BE49-F238E27FC236}">
                <a16:creationId xmlns:a16="http://schemas.microsoft.com/office/drawing/2014/main" id="{FCC1CCEE-725F-4745-837B-87EFB70E71D8}"/>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rtlCol="0"/>
          <a:lstStyle/>
          <a:p>
            <a:pPr rtl="0"/>
            <a:fld id="{06FEDF93-2BFD-41CA-ABC7-B039102F3792}" type="slidenum">
              <a:rPr lang="es-ES" noProof="0" smtClean="0"/>
              <a:t>‹Nº›</a:t>
            </a:fld>
            <a:endParaRPr lang="es-ES" noProof="0"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CC9BDC-6F21-4EF5-A8DD-E35E27EACA58}"/>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contenido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fecha 4">
            <a:extLst>
              <a:ext uri="{FF2B5EF4-FFF2-40B4-BE49-F238E27FC236}">
                <a16:creationId xmlns:a16="http://schemas.microsoft.com/office/drawing/2014/main" id="{85108EDC-3863-43B9-93C7-37465DC73B28}"/>
              </a:ext>
            </a:extLst>
          </p:cNvPr>
          <p:cNvSpPr>
            <a:spLocks noGrp="1"/>
          </p:cNvSpPr>
          <p:nvPr>
            <p:ph type="dt" sz="half" idx="10"/>
          </p:nvPr>
        </p:nvSpPr>
        <p:spPr/>
        <p:txBody>
          <a:bodyPr rtlCol="0"/>
          <a:lstStyle/>
          <a:p>
            <a:pPr rtl="0"/>
            <a:fld id="{ADD3C7AD-55D7-4E20-92A5-23F8ADA045B5}" type="datetime1">
              <a:rPr lang="es-ES" noProof="0" smtClean="0"/>
              <a:t>24/02/2026</a:t>
            </a:fld>
            <a:endParaRPr lang="es-ES" noProof="0" dirty="0"/>
          </a:p>
        </p:txBody>
      </p:sp>
      <p:sp>
        <p:nvSpPr>
          <p:cNvPr id="6" name="Marcador de pie de página 5">
            <a:extLst>
              <a:ext uri="{FF2B5EF4-FFF2-40B4-BE49-F238E27FC236}">
                <a16:creationId xmlns:a16="http://schemas.microsoft.com/office/drawing/2014/main" id="{A777D452-958D-4159-A9A4-16DD29680A04}"/>
              </a:ext>
            </a:extLst>
          </p:cNvPr>
          <p:cNvSpPr>
            <a:spLocks noGrp="1"/>
          </p:cNvSpPr>
          <p:nvPr>
            <p:ph type="ftr" sz="quarter" idx="11"/>
          </p:nvPr>
        </p:nvSpPr>
        <p:spPr/>
        <p:txBody>
          <a:bodyPr rtlCol="0"/>
          <a:lstStyle/>
          <a:p>
            <a:pPr rtl="0"/>
            <a:endParaRPr lang="es-ES" noProof="0" dirty="0"/>
          </a:p>
        </p:txBody>
      </p:sp>
      <p:sp>
        <p:nvSpPr>
          <p:cNvPr id="7" name="Marcador de posición de número de diapositiva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rtlCol="0"/>
          <a:lstStyle/>
          <a:p>
            <a:pPr rtl="0"/>
            <a:fld id="{06FEDF93-2BFD-41CA-ABC7-B039102F3792}" type="slidenum">
              <a:rPr lang="es-ES" noProof="0" smtClean="0"/>
              <a:t>‹Nº›</a:t>
            </a:fld>
            <a:endParaRPr lang="es-ES" noProof="0"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rtlCol="0"/>
          <a:lstStyle/>
          <a:p>
            <a:pPr rtl="0"/>
            <a:r>
              <a:rPr lang="es-ES" noProof="0"/>
              <a:t>Haga clic para modificar el estilo de título del patrón</a:t>
            </a:r>
            <a:endParaRPr lang="es-ES" noProof="0" dirty="0"/>
          </a:p>
        </p:txBody>
      </p:sp>
      <p:sp>
        <p:nvSpPr>
          <p:cNvPr id="3" name="Marcador de posición de texto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texto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posición de contenido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7" name="Marcador de fecha 6">
            <a:extLst>
              <a:ext uri="{FF2B5EF4-FFF2-40B4-BE49-F238E27FC236}">
                <a16:creationId xmlns:a16="http://schemas.microsoft.com/office/drawing/2014/main" id="{6E80206F-8846-425C-A56E-16FFBA442014}"/>
              </a:ext>
            </a:extLst>
          </p:cNvPr>
          <p:cNvSpPr>
            <a:spLocks noGrp="1"/>
          </p:cNvSpPr>
          <p:nvPr>
            <p:ph type="dt" sz="half" idx="10"/>
          </p:nvPr>
        </p:nvSpPr>
        <p:spPr/>
        <p:txBody>
          <a:bodyPr rtlCol="0"/>
          <a:lstStyle/>
          <a:p>
            <a:pPr rtl="0"/>
            <a:fld id="{CD5A9890-7C2F-4316-86E6-1027E38BCA8D}" type="datetime1">
              <a:rPr lang="es-ES" noProof="0" smtClean="0"/>
              <a:t>24/02/2026</a:t>
            </a:fld>
            <a:endParaRPr lang="es-ES" noProof="0" dirty="0"/>
          </a:p>
        </p:txBody>
      </p:sp>
      <p:sp>
        <p:nvSpPr>
          <p:cNvPr id="8" name="Marcador de pie de página 7">
            <a:extLst>
              <a:ext uri="{FF2B5EF4-FFF2-40B4-BE49-F238E27FC236}">
                <a16:creationId xmlns:a16="http://schemas.microsoft.com/office/drawing/2014/main" id="{6A45E89F-12CF-4561-A5F2-1E05783A3063}"/>
              </a:ext>
            </a:extLst>
          </p:cNvPr>
          <p:cNvSpPr>
            <a:spLocks noGrp="1"/>
          </p:cNvSpPr>
          <p:nvPr>
            <p:ph type="ftr" sz="quarter" idx="11"/>
          </p:nvPr>
        </p:nvSpPr>
        <p:spPr/>
        <p:txBody>
          <a:bodyPr rtlCol="0"/>
          <a:lstStyle/>
          <a:p>
            <a:pPr rtl="0"/>
            <a:endParaRPr lang="es-ES" noProof="0" dirty="0"/>
          </a:p>
        </p:txBody>
      </p:sp>
      <p:sp>
        <p:nvSpPr>
          <p:cNvPr id="9" name="Marcador de número de diapositiva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rtlCol="0"/>
          <a:lstStyle/>
          <a:p>
            <a:pPr rtl="0"/>
            <a:fld id="{06FEDF93-2BFD-41CA-ABC7-B039102F3792}" type="slidenum">
              <a:rPr lang="es-ES" noProof="0" smtClean="0"/>
              <a:t>‹Nº›</a:t>
            </a:fld>
            <a:endParaRPr lang="es-ES" noProof="0"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60E367-8DA0-4655-BCBC-F4280D8642CD}"/>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fecha 2">
            <a:extLst>
              <a:ext uri="{FF2B5EF4-FFF2-40B4-BE49-F238E27FC236}">
                <a16:creationId xmlns:a16="http://schemas.microsoft.com/office/drawing/2014/main" id="{2FEF9592-AA3C-4CF8-A5DB-4D010195A438}"/>
              </a:ext>
            </a:extLst>
          </p:cNvPr>
          <p:cNvSpPr>
            <a:spLocks noGrp="1"/>
          </p:cNvSpPr>
          <p:nvPr>
            <p:ph type="dt" sz="half" idx="10"/>
          </p:nvPr>
        </p:nvSpPr>
        <p:spPr/>
        <p:txBody>
          <a:bodyPr rtlCol="0"/>
          <a:lstStyle/>
          <a:p>
            <a:pPr rtl="0"/>
            <a:fld id="{8B8FD95A-F0F2-4ACB-AC1A-6D40283DCDB8}" type="datetime1">
              <a:rPr lang="es-ES" noProof="0" smtClean="0"/>
              <a:t>24/02/2026</a:t>
            </a:fld>
            <a:endParaRPr lang="es-ES" noProof="0" dirty="0"/>
          </a:p>
        </p:txBody>
      </p:sp>
      <p:sp>
        <p:nvSpPr>
          <p:cNvPr id="4" name="Marcador de pie de página 3">
            <a:extLst>
              <a:ext uri="{FF2B5EF4-FFF2-40B4-BE49-F238E27FC236}">
                <a16:creationId xmlns:a16="http://schemas.microsoft.com/office/drawing/2014/main" id="{3C2C9377-F93E-4515-852A-264707755154}"/>
              </a:ext>
            </a:extLst>
          </p:cNvPr>
          <p:cNvSpPr>
            <a:spLocks noGrp="1"/>
          </p:cNvSpPr>
          <p:nvPr>
            <p:ph type="ftr" sz="quarter" idx="11"/>
          </p:nvPr>
        </p:nvSpPr>
        <p:spPr/>
        <p:txBody>
          <a:bodyPr rtlCol="0"/>
          <a:lstStyle/>
          <a:p>
            <a:pPr rtl="0"/>
            <a:endParaRPr lang="es-ES" noProof="0" dirty="0"/>
          </a:p>
        </p:txBody>
      </p:sp>
      <p:sp>
        <p:nvSpPr>
          <p:cNvPr id="5" name="Marcador de posición de número de diapositiva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rtlCol="0"/>
          <a:lstStyle/>
          <a:p>
            <a:pPr rtl="0"/>
            <a:fld id="{06FEDF93-2BFD-41CA-ABC7-B039102F3792}" type="slidenum">
              <a:rPr lang="es-ES" noProof="0" smtClean="0"/>
              <a:t>‹Nº›</a:t>
            </a:fld>
            <a:endParaRPr lang="es-ES" noProof="0"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EA599B4-6AB2-4190-82B5-7667EE1E922A}"/>
              </a:ext>
            </a:extLst>
          </p:cNvPr>
          <p:cNvSpPr>
            <a:spLocks noGrp="1"/>
          </p:cNvSpPr>
          <p:nvPr>
            <p:ph type="dt" sz="half" idx="10"/>
          </p:nvPr>
        </p:nvSpPr>
        <p:spPr/>
        <p:txBody>
          <a:bodyPr rtlCol="0"/>
          <a:lstStyle/>
          <a:p>
            <a:pPr rtl="0"/>
            <a:fld id="{9713B84F-F510-4A6A-83E4-3731FCBA9972}" type="datetime1">
              <a:rPr lang="es-ES" noProof="0" smtClean="0"/>
              <a:t>24/02/2026</a:t>
            </a:fld>
            <a:endParaRPr lang="es-ES" noProof="0" dirty="0"/>
          </a:p>
        </p:txBody>
      </p:sp>
      <p:sp>
        <p:nvSpPr>
          <p:cNvPr id="3" name="Marcador de pie de página 2">
            <a:extLst>
              <a:ext uri="{FF2B5EF4-FFF2-40B4-BE49-F238E27FC236}">
                <a16:creationId xmlns:a16="http://schemas.microsoft.com/office/drawing/2014/main" id="{1B8FBFB3-AD86-4E39-B8AE-B4EC14528156}"/>
              </a:ext>
            </a:extLst>
          </p:cNvPr>
          <p:cNvSpPr>
            <a:spLocks noGrp="1"/>
          </p:cNvSpPr>
          <p:nvPr>
            <p:ph type="ftr" sz="quarter" idx="11"/>
          </p:nvPr>
        </p:nvSpPr>
        <p:spPr/>
        <p:txBody>
          <a:bodyPr rtlCol="0"/>
          <a:lstStyle/>
          <a:p>
            <a:pPr rtl="0"/>
            <a:endParaRPr lang="es-ES" noProof="0" dirty="0"/>
          </a:p>
        </p:txBody>
      </p:sp>
      <p:sp>
        <p:nvSpPr>
          <p:cNvPr id="4" name="Marcador de número de diapositiva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rtlCol="0"/>
          <a:lstStyle/>
          <a:p>
            <a:pPr rtl="0"/>
            <a:fld id="{06FEDF93-2BFD-41CA-ABC7-B039102F3792}" type="slidenum">
              <a:rPr lang="es-ES" noProof="0" smtClean="0"/>
              <a:t>‹Nº›</a:t>
            </a:fld>
            <a:endParaRPr lang="es-ES" noProof="0"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rtlCol="0" anchor="b"/>
          <a:lstStyle>
            <a:lvl1pPr>
              <a:defRPr sz="3200"/>
            </a:lvl1pPr>
          </a:lstStyle>
          <a:p>
            <a:pPr rtl="0"/>
            <a:r>
              <a:rPr lang="es-ES" noProof="0"/>
              <a:t>Haga clic para modificar el estilo de título del patrón</a:t>
            </a:r>
            <a:endParaRPr lang="es-ES" noProof="0" dirty="0"/>
          </a:p>
        </p:txBody>
      </p:sp>
      <p:sp>
        <p:nvSpPr>
          <p:cNvPr id="3" name="Marcador de posición de contenido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texto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a:extLst>
              <a:ext uri="{FF2B5EF4-FFF2-40B4-BE49-F238E27FC236}">
                <a16:creationId xmlns:a16="http://schemas.microsoft.com/office/drawing/2014/main" id="{F180DD20-7A20-4574-98A4-427795876739}"/>
              </a:ext>
            </a:extLst>
          </p:cNvPr>
          <p:cNvSpPr>
            <a:spLocks noGrp="1"/>
          </p:cNvSpPr>
          <p:nvPr>
            <p:ph type="dt" sz="half" idx="10"/>
          </p:nvPr>
        </p:nvSpPr>
        <p:spPr/>
        <p:txBody>
          <a:bodyPr rtlCol="0"/>
          <a:lstStyle/>
          <a:p>
            <a:pPr rtl="0"/>
            <a:fld id="{B413D684-A939-43AF-87DA-DE75AAA6C3E7}" type="datetime1">
              <a:rPr lang="es-ES" noProof="0" smtClean="0"/>
              <a:t>24/02/2026</a:t>
            </a:fld>
            <a:endParaRPr lang="es-ES" noProof="0" dirty="0"/>
          </a:p>
        </p:txBody>
      </p:sp>
      <p:sp>
        <p:nvSpPr>
          <p:cNvPr id="6" name="Marcador de pie de página 5">
            <a:extLst>
              <a:ext uri="{FF2B5EF4-FFF2-40B4-BE49-F238E27FC236}">
                <a16:creationId xmlns:a16="http://schemas.microsoft.com/office/drawing/2014/main" id="{54D0ED2B-71C4-421A-9DB0-676E00C10BDC}"/>
              </a:ext>
            </a:extLst>
          </p:cNvPr>
          <p:cNvSpPr>
            <a:spLocks noGrp="1"/>
          </p:cNvSpPr>
          <p:nvPr>
            <p:ph type="ftr" sz="quarter" idx="11"/>
          </p:nvPr>
        </p:nvSpPr>
        <p:spPr/>
        <p:txBody>
          <a:bodyPr rtlCol="0"/>
          <a:lstStyle/>
          <a:p>
            <a:pPr rtl="0"/>
            <a:endParaRPr lang="es-ES" noProof="0" dirty="0"/>
          </a:p>
        </p:txBody>
      </p:sp>
      <p:sp>
        <p:nvSpPr>
          <p:cNvPr id="7" name="Marcador de posición de número de diapositiva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rtlCol="0"/>
          <a:lstStyle/>
          <a:p>
            <a:pPr rtl="0"/>
            <a:fld id="{06FEDF93-2BFD-41CA-ABC7-B039102F3792}" type="slidenum">
              <a:rPr lang="es-ES" noProof="0" smtClean="0"/>
              <a:t>‹Nº›</a:t>
            </a:fld>
            <a:endParaRPr lang="es-ES" noProof="0"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rtlCol="0" anchor="b"/>
          <a:lstStyle>
            <a:lvl1pPr>
              <a:defRPr sz="3200"/>
            </a:lvl1pPr>
          </a:lstStyle>
          <a:p>
            <a:pPr rtl="0"/>
            <a:r>
              <a:rPr lang="es-ES" noProof="0"/>
              <a:t>Haga clic para modificar el estilo de título del patrón</a:t>
            </a:r>
            <a:endParaRPr lang="es-ES" noProof="0" dirty="0"/>
          </a:p>
        </p:txBody>
      </p:sp>
      <p:sp>
        <p:nvSpPr>
          <p:cNvPr id="3" name="Marcador de posición de imagen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dirty="0"/>
          </a:p>
        </p:txBody>
      </p:sp>
      <p:sp>
        <p:nvSpPr>
          <p:cNvPr id="4" name="Marcador de posición de texto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a:extLst>
              <a:ext uri="{FF2B5EF4-FFF2-40B4-BE49-F238E27FC236}">
                <a16:creationId xmlns:a16="http://schemas.microsoft.com/office/drawing/2014/main" id="{5C3C3F7B-A4C8-4F9D-8165-BC5186EA0929}"/>
              </a:ext>
            </a:extLst>
          </p:cNvPr>
          <p:cNvSpPr>
            <a:spLocks noGrp="1"/>
          </p:cNvSpPr>
          <p:nvPr>
            <p:ph type="dt" sz="half" idx="10"/>
          </p:nvPr>
        </p:nvSpPr>
        <p:spPr/>
        <p:txBody>
          <a:bodyPr rtlCol="0"/>
          <a:lstStyle/>
          <a:p>
            <a:pPr rtl="0"/>
            <a:fld id="{A81769A3-87E8-43BF-B421-F06378D84A84}" type="datetime1">
              <a:rPr lang="es-ES" noProof="0" smtClean="0"/>
              <a:t>24/02/2026</a:t>
            </a:fld>
            <a:endParaRPr lang="es-ES" noProof="0" dirty="0"/>
          </a:p>
        </p:txBody>
      </p:sp>
      <p:sp>
        <p:nvSpPr>
          <p:cNvPr id="6" name="Marcador de pie de página 5">
            <a:extLst>
              <a:ext uri="{FF2B5EF4-FFF2-40B4-BE49-F238E27FC236}">
                <a16:creationId xmlns:a16="http://schemas.microsoft.com/office/drawing/2014/main" id="{DE696EA5-2FA2-464D-982F-C53E6426A843}"/>
              </a:ext>
            </a:extLst>
          </p:cNvPr>
          <p:cNvSpPr>
            <a:spLocks noGrp="1"/>
          </p:cNvSpPr>
          <p:nvPr>
            <p:ph type="ftr" sz="quarter" idx="11"/>
          </p:nvPr>
        </p:nvSpPr>
        <p:spPr/>
        <p:txBody>
          <a:bodyPr rtlCol="0"/>
          <a:lstStyle/>
          <a:p>
            <a:pPr rtl="0"/>
            <a:endParaRPr lang="es-ES" noProof="0" dirty="0"/>
          </a:p>
        </p:txBody>
      </p:sp>
      <p:sp>
        <p:nvSpPr>
          <p:cNvPr id="7" name="Marcador de posición de número de diapositiva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rtlCol="0"/>
          <a:lstStyle/>
          <a:p>
            <a:pPr rtl="0"/>
            <a:fld id="{06FEDF93-2BFD-41CA-ABC7-B039102F3792}" type="slidenum">
              <a:rPr lang="es-ES" noProof="0" smtClean="0"/>
              <a:t>‹Nº›</a:t>
            </a:fld>
            <a:endParaRPr lang="es-ES" noProof="0"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F7B869-BFB2-4C20-8AB1-46704BB3D177}"/>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texto vertical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fecha 3">
            <a:extLst>
              <a:ext uri="{FF2B5EF4-FFF2-40B4-BE49-F238E27FC236}">
                <a16:creationId xmlns:a16="http://schemas.microsoft.com/office/drawing/2014/main" id="{16FFA8DA-0E31-4CA6-BBFC-2467AAD1D30B}"/>
              </a:ext>
            </a:extLst>
          </p:cNvPr>
          <p:cNvSpPr>
            <a:spLocks noGrp="1"/>
          </p:cNvSpPr>
          <p:nvPr>
            <p:ph type="dt" sz="half" idx="10"/>
          </p:nvPr>
        </p:nvSpPr>
        <p:spPr/>
        <p:txBody>
          <a:bodyPr rtlCol="0"/>
          <a:lstStyle/>
          <a:p>
            <a:pPr rtl="0"/>
            <a:fld id="{1BF1ECC5-2A51-4AC7-B15E-A2E400532EC9}" type="datetime1">
              <a:rPr lang="es-ES" noProof="0" smtClean="0"/>
              <a:t>24/02/2026</a:t>
            </a:fld>
            <a:endParaRPr lang="es-ES" noProof="0" dirty="0"/>
          </a:p>
        </p:txBody>
      </p:sp>
      <p:sp>
        <p:nvSpPr>
          <p:cNvPr id="5" name="Marcador de pie de página 4">
            <a:extLst>
              <a:ext uri="{FF2B5EF4-FFF2-40B4-BE49-F238E27FC236}">
                <a16:creationId xmlns:a16="http://schemas.microsoft.com/office/drawing/2014/main" id="{064974BD-9845-459A-9AAA-12731E2507C4}"/>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rtlCol="0"/>
          <a:lstStyle/>
          <a:p>
            <a:pPr rtl="0"/>
            <a:fld id="{06FEDF93-2BFD-41CA-ABC7-B039102F3792}" type="slidenum">
              <a:rPr lang="es-ES" noProof="0" smtClean="0"/>
              <a:t>‹Nº›</a:t>
            </a:fld>
            <a:endParaRPr lang="es-ES" noProof="0"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rtlCol="0"/>
          <a:lstStyle/>
          <a:p>
            <a:pPr rtl="0"/>
            <a:r>
              <a:rPr lang="es-ES" noProof="0"/>
              <a:t>Haga clic para modificar el estilo de título del patrón</a:t>
            </a:r>
            <a:endParaRPr lang="es-ES" noProof="0" dirty="0"/>
          </a:p>
        </p:txBody>
      </p:sp>
      <p:sp>
        <p:nvSpPr>
          <p:cNvPr id="3" name="Marcador de posición de texto vertical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fecha 3">
            <a:extLst>
              <a:ext uri="{FF2B5EF4-FFF2-40B4-BE49-F238E27FC236}">
                <a16:creationId xmlns:a16="http://schemas.microsoft.com/office/drawing/2014/main" id="{00EEA9C5-552A-48A1-AB54-ED54209B3B48}"/>
              </a:ext>
            </a:extLst>
          </p:cNvPr>
          <p:cNvSpPr>
            <a:spLocks noGrp="1"/>
          </p:cNvSpPr>
          <p:nvPr>
            <p:ph type="dt" sz="half" idx="10"/>
          </p:nvPr>
        </p:nvSpPr>
        <p:spPr/>
        <p:txBody>
          <a:bodyPr rtlCol="0"/>
          <a:lstStyle/>
          <a:p>
            <a:pPr rtl="0"/>
            <a:fld id="{1E128246-380C-4290-A6AD-7E81562CB6AD}" type="datetime1">
              <a:rPr lang="es-ES" noProof="0" smtClean="0"/>
              <a:t>24/02/2026</a:t>
            </a:fld>
            <a:endParaRPr lang="es-ES" noProof="0" dirty="0"/>
          </a:p>
        </p:txBody>
      </p:sp>
      <p:sp>
        <p:nvSpPr>
          <p:cNvPr id="5" name="Marcador de pie de página 4">
            <a:extLst>
              <a:ext uri="{FF2B5EF4-FFF2-40B4-BE49-F238E27FC236}">
                <a16:creationId xmlns:a16="http://schemas.microsoft.com/office/drawing/2014/main" id="{1A83AAA3-4155-48FB-8F00-16DBE0C9C256}"/>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rtlCol="0"/>
          <a:lstStyle/>
          <a:p>
            <a:pPr rtl="0"/>
            <a:fld id="{06FEDF93-2BFD-41CA-ABC7-B039102F3792}" type="slidenum">
              <a:rPr lang="es-ES" noProof="0" smtClean="0"/>
              <a:t>‹Nº›</a:t>
            </a:fld>
            <a:endParaRPr lang="es-ES" noProof="0"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título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s-ES" noProof="0" dirty="0"/>
              <a:t>Haga clic para modificar el estilo de título del patrón</a:t>
            </a:r>
          </a:p>
        </p:txBody>
      </p:sp>
      <p:sp>
        <p:nvSpPr>
          <p:cNvPr id="3" name="Marcador de posición de texto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s-ES" noProof="0" dirty="0"/>
              <a:t>Editar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fecha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A391CBFF-97A1-49ED-83E9-FDA97DDB726E}" type="datetime1">
              <a:rPr lang="es-ES" noProof="0" smtClean="0"/>
              <a:t>24/02/2026</a:t>
            </a:fld>
            <a:endParaRPr lang="es-ES" noProof="0" dirty="0"/>
          </a:p>
        </p:txBody>
      </p:sp>
      <p:sp>
        <p:nvSpPr>
          <p:cNvPr id="5" name="Marcador de pie de página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s-ES" noProof="0" dirty="0"/>
          </a:p>
        </p:txBody>
      </p:sp>
      <p:sp>
        <p:nvSpPr>
          <p:cNvPr id="6" name="Marcador de posición de número de diapositiva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06FEDF93-2BFD-41CA-ABC7-B039102F3792}" type="slidenum">
              <a:rPr lang="es-ES" noProof="0" smtClean="0"/>
              <a:t>‹Nº›</a:t>
            </a:fld>
            <a:endParaRPr lang="es-ES" noProof="0"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24slides.com/?utm_campaign=mp&amp;utm_medium=ppt&amp;utm_source=pptlink&amp;utm_content=&amp;utm_term="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emf"/></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300AEF-1595-4419-801B-6E36A33BB8CF}"/>
              </a:ext>
            </a:extLst>
          </p:cNvPr>
          <p:cNvSpPr>
            <a:spLocks noGrp="1"/>
          </p:cNvSpPr>
          <p:nvPr>
            <p:ph type="ctrTitle"/>
          </p:nvPr>
        </p:nvSpPr>
        <p:spPr>
          <a:xfrm>
            <a:off x="1524000" y="4376036"/>
            <a:ext cx="9144000" cy="1384995"/>
          </a:xfrm>
        </p:spPr>
        <p:txBody>
          <a:bodyPr lIns="0" tIns="0" rIns="0" bIns="0" rtlCol="0" anchor="t">
            <a:spAutoFit/>
          </a:bodyPr>
          <a:lstStyle/>
          <a:p>
            <a:r>
              <a:rPr lang="es-MX" sz="3600" dirty="0">
                <a:solidFill>
                  <a:schemeClr val="bg1">
                    <a:lumMod val="95000"/>
                  </a:schemeClr>
                </a:solidFill>
              </a:rPr>
              <a:t>Análisis Exploratorio de Datos – FIFA </a:t>
            </a:r>
            <a:r>
              <a:rPr lang="es-MX" sz="3600" dirty="0" err="1">
                <a:solidFill>
                  <a:schemeClr val="bg1">
                    <a:lumMod val="95000"/>
                  </a:schemeClr>
                </a:solidFill>
              </a:rPr>
              <a:t>Players</a:t>
            </a:r>
            <a:r>
              <a:rPr lang="es-MX" sz="3600" dirty="0">
                <a:solidFill>
                  <a:schemeClr val="bg1">
                    <a:lumMod val="95000"/>
                  </a:schemeClr>
                </a:solidFill>
              </a:rPr>
              <a:t> </a:t>
            </a:r>
            <a:r>
              <a:rPr lang="es-MX" sz="3600" dirty="0" err="1">
                <a:solidFill>
                  <a:schemeClr val="bg1">
                    <a:lumMod val="95000"/>
                  </a:schemeClr>
                </a:solidFill>
              </a:rPr>
              <a:t>Dataset</a:t>
            </a:r>
            <a:br>
              <a:rPr lang="es-ES" dirty="0">
                <a:solidFill>
                  <a:schemeClr val="bg1"/>
                </a:solidFill>
              </a:rPr>
            </a:br>
            <a:r>
              <a:rPr lang="es-MX" sz="2800" dirty="0">
                <a:solidFill>
                  <a:schemeClr val="accent4">
                    <a:lumMod val="60000"/>
                    <a:lumOff val="40000"/>
                  </a:schemeClr>
                </a:solidFill>
              </a:rPr>
              <a:t>Juan Jesús Antonio González </a:t>
            </a:r>
            <a:r>
              <a:rPr lang="es-MX" sz="2800" dirty="0" err="1">
                <a:solidFill>
                  <a:schemeClr val="accent4">
                    <a:lumMod val="60000"/>
                    <a:lumOff val="40000"/>
                  </a:schemeClr>
                </a:solidFill>
              </a:rPr>
              <a:t>González</a:t>
            </a:r>
            <a:endParaRPr lang="es-ES" dirty="0">
              <a:solidFill>
                <a:schemeClr val="accent4">
                  <a:lumMod val="60000"/>
                  <a:lumOff val="40000"/>
                </a:schemeClr>
              </a:solidFill>
            </a:endParaRPr>
          </a:p>
        </p:txBody>
      </p:sp>
      <p:sp>
        <p:nvSpPr>
          <p:cNvPr id="4" name="Rombo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5" name="Rombo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pic>
        <p:nvPicPr>
          <p:cNvPr id="1026" name="Picture 2" descr="FIFA - Wikipedia, la enciclopedia libre">
            <a:extLst>
              <a:ext uri="{FF2B5EF4-FFF2-40B4-BE49-F238E27FC236}">
                <a16:creationId xmlns:a16="http://schemas.microsoft.com/office/drawing/2014/main" id="{644E65B8-E512-D284-BE72-5DEF552B97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745" y="905531"/>
            <a:ext cx="4044513" cy="2701735"/>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pic>
        <p:nvPicPr>
          <p:cNvPr id="1028" name="Picture 4" descr="Fifa Tiene Nuevo Estudio Insider Insinua Que La Federacion Esta Por Cerrar">
            <a:extLst>
              <a:ext uri="{FF2B5EF4-FFF2-40B4-BE49-F238E27FC236}">
                <a16:creationId xmlns:a16="http://schemas.microsoft.com/office/drawing/2014/main" id="{D80B6936-1890-EF3E-CD5E-F3F6172901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1978" y="1074297"/>
            <a:ext cx="4349866" cy="2897011"/>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Elipse 22">
            <a:extLst>
              <a:ext uri="{FF2B5EF4-FFF2-40B4-BE49-F238E27FC236}">
                <a16:creationId xmlns:a16="http://schemas.microsoft.com/office/drawing/2014/main" id="{364CFD90-D0E1-4BC3-9D8B-7503E2632C39}"/>
              </a:ext>
              <a:ext uri="{C183D7F6-B498-43B3-948B-1728B52AA6E4}">
                <adec:decorative xmlns:adec="http://schemas.microsoft.com/office/drawing/2017/decorative" val="1"/>
              </a:ext>
            </a:extLst>
          </p:cNvPr>
          <p:cNvSpPr/>
          <p:nvPr/>
        </p:nvSpPr>
        <p:spPr>
          <a:xfrm>
            <a:off x="4111626" y="1720850"/>
            <a:ext cx="3968750" cy="396875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rtlCol="0"/>
          <a:lstStyle/>
          <a:p>
            <a:r>
              <a:rPr lang="es-ES" dirty="0"/>
              <a:t>Diapositiva de análisis de proyecto 2</a:t>
            </a:r>
          </a:p>
        </p:txBody>
      </p:sp>
      <p:cxnSp>
        <p:nvCxnSpPr>
          <p:cNvPr id="8" name="Conector rec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ítulo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es-ES" sz="2800" dirty="0">
                <a:solidFill>
                  <a:schemeClr val="tx1">
                    <a:lumMod val="75000"/>
                    <a:lumOff val="25000"/>
                  </a:schemeClr>
                </a:solidFill>
              </a:rPr>
              <a:t>Objetivo</a:t>
            </a:r>
            <a:r>
              <a:rPr lang="es-ES" sz="2800" b="1" dirty="0">
                <a:solidFill>
                  <a:schemeClr val="tx1">
                    <a:lumMod val="75000"/>
                    <a:lumOff val="25000"/>
                  </a:schemeClr>
                </a:solidFill>
              </a:rPr>
              <a:t> </a:t>
            </a:r>
            <a:r>
              <a:rPr lang="es-ES" sz="2800" dirty="0">
                <a:solidFill>
                  <a:schemeClr val="tx1">
                    <a:lumMod val="75000"/>
                    <a:lumOff val="25000"/>
                  </a:schemeClr>
                </a:solidFill>
              </a:rPr>
              <a:t>del</a:t>
            </a:r>
            <a:r>
              <a:rPr lang="es-ES" sz="2800" b="1" dirty="0">
                <a:solidFill>
                  <a:schemeClr val="tx1">
                    <a:lumMod val="75000"/>
                    <a:lumOff val="25000"/>
                  </a:schemeClr>
                </a:solidFill>
              </a:rPr>
              <a:t> </a:t>
            </a:r>
            <a:r>
              <a:rPr lang="es-ES" sz="2800" dirty="0">
                <a:solidFill>
                  <a:schemeClr val="tx1">
                    <a:lumMod val="75000"/>
                    <a:lumOff val="25000"/>
                  </a:schemeClr>
                </a:solidFill>
              </a:rPr>
              <a:t>proyecto</a:t>
            </a:r>
            <a:br>
              <a:rPr lang="es-ES" sz="2800" dirty="0">
                <a:solidFill>
                  <a:schemeClr val="tx1">
                    <a:lumMod val="75000"/>
                    <a:lumOff val="25000"/>
                  </a:schemeClr>
                </a:solidFill>
              </a:rPr>
            </a:br>
            <a:endParaRPr lang="es-ES" sz="2800" dirty="0">
              <a:solidFill>
                <a:schemeClr val="tx1">
                  <a:lumMod val="75000"/>
                  <a:lumOff val="25000"/>
                </a:schemeClr>
              </a:solidFill>
            </a:endParaRPr>
          </a:p>
        </p:txBody>
      </p:sp>
      <p:cxnSp>
        <p:nvCxnSpPr>
          <p:cNvPr id="14" name="Conector rec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3" name="Elipse 12">
            <a:extLst>
              <a:ext uri="{FF2B5EF4-FFF2-40B4-BE49-F238E27FC236}">
                <a16:creationId xmlns:a16="http://schemas.microsoft.com/office/drawing/2014/main" id="{E3ECCC05-FF78-40FA-84FF-172821D8B58A}"/>
              </a:ext>
              <a:ext uri="{C183D7F6-B498-43B3-948B-1728B52AA6E4}">
                <adec:decorative xmlns:adec="http://schemas.microsoft.com/office/drawing/2017/decorative" val="1"/>
              </a:ext>
            </a:extLst>
          </p:cNvPr>
          <p:cNvSpPr/>
          <p:nvPr/>
        </p:nvSpPr>
        <p:spPr>
          <a:xfrm>
            <a:off x="5248275" y="2857500"/>
            <a:ext cx="1695450" cy="169545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500" b="1" dirty="0">
                <a:latin typeface="+mj-lt"/>
              </a:rPr>
              <a:t>PROYECTO</a:t>
            </a:r>
          </a:p>
        </p:txBody>
      </p:sp>
      <p:sp>
        <p:nvSpPr>
          <p:cNvPr id="16" name="Rectángulo: Esquinas redondeadas 15">
            <a:extLst>
              <a:ext uri="{FF2B5EF4-FFF2-40B4-BE49-F238E27FC236}">
                <a16:creationId xmlns:a16="http://schemas.microsoft.com/office/drawing/2014/main" id="{D6178536-4D8A-4FF2-BBDC-4B3E7E0FCF26}"/>
              </a:ext>
              <a:ext uri="{C183D7F6-B498-43B3-948B-1728B52AA6E4}">
                <adec:decorative xmlns:adec="http://schemas.microsoft.com/office/drawing/2017/decorative" val="1"/>
              </a:ext>
            </a:extLst>
          </p:cNvPr>
          <p:cNvSpPr/>
          <p:nvPr/>
        </p:nvSpPr>
        <p:spPr>
          <a:xfrm>
            <a:off x="7471537" y="1514475"/>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Identificar relaciones entre edad, </a:t>
            </a:r>
            <a:r>
              <a:rPr lang="es-MX" sz="1600" dirty="0" err="1"/>
              <a:t>overall</a:t>
            </a:r>
            <a:r>
              <a:rPr lang="es-MX" sz="1600" dirty="0"/>
              <a:t> y potencial</a:t>
            </a:r>
            <a:endParaRPr lang="es-ES" sz="1600" dirty="0"/>
          </a:p>
        </p:txBody>
      </p:sp>
      <p:sp>
        <p:nvSpPr>
          <p:cNvPr id="15" name="Elipse 14">
            <a:extLst>
              <a:ext uri="{FF2B5EF4-FFF2-40B4-BE49-F238E27FC236}">
                <a16:creationId xmlns:a16="http://schemas.microsoft.com/office/drawing/2014/main" id="{416F1356-9015-4B5C-9C64-3C1D963E5F59}"/>
              </a:ext>
              <a:ext uri="{C183D7F6-B498-43B3-948B-1728B52AA6E4}">
                <adec:decorative xmlns:adec="http://schemas.microsoft.com/office/drawing/2017/decorative" val="1"/>
              </a:ext>
            </a:extLst>
          </p:cNvPr>
          <p:cNvSpPr/>
          <p:nvPr/>
        </p:nvSpPr>
        <p:spPr>
          <a:xfrm>
            <a:off x="6832600" y="151447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19" name="Rectángulo: Esquinas redondeadas 18">
            <a:extLst>
              <a:ext uri="{FF2B5EF4-FFF2-40B4-BE49-F238E27FC236}">
                <a16:creationId xmlns:a16="http://schemas.microsoft.com/office/drawing/2014/main" id="{EB7F2E37-0ACF-4E8A-9C1D-EC5B65BA2906}"/>
              </a:ext>
              <a:ext uri="{C183D7F6-B498-43B3-948B-1728B52AA6E4}">
                <adec:decorative xmlns:adec="http://schemas.microsoft.com/office/drawing/2017/decorative" val="1"/>
              </a:ext>
            </a:extLst>
          </p:cNvPr>
          <p:cNvSpPr/>
          <p:nvPr/>
        </p:nvSpPr>
        <p:spPr>
          <a:xfrm>
            <a:off x="8080374" y="3235325"/>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Encontrar patrones relevantes para </a:t>
            </a:r>
            <a:r>
              <a:rPr lang="es-MX" sz="1600" dirty="0" err="1"/>
              <a:t>scouting</a:t>
            </a:r>
            <a:r>
              <a:rPr lang="es-MX" sz="1600" dirty="0"/>
              <a:t> deportivo</a:t>
            </a:r>
            <a:endParaRPr lang="es-ES" sz="1600" dirty="0"/>
          </a:p>
        </p:txBody>
      </p:sp>
      <p:sp>
        <p:nvSpPr>
          <p:cNvPr id="20" name="Elipse 19">
            <a:extLst>
              <a:ext uri="{FF2B5EF4-FFF2-40B4-BE49-F238E27FC236}">
                <a16:creationId xmlns:a16="http://schemas.microsoft.com/office/drawing/2014/main" id="{88F812F5-70AF-4FBD-80D9-D59B3C456D5E}"/>
              </a:ext>
              <a:ext uri="{C183D7F6-B498-43B3-948B-1728B52AA6E4}">
                <adec:decorative xmlns:adec="http://schemas.microsoft.com/office/drawing/2017/decorative" val="1"/>
              </a:ext>
            </a:extLst>
          </p:cNvPr>
          <p:cNvSpPr/>
          <p:nvPr/>
        </p:nvSpPr>
        <p:spPr>
          <a:xfrm>
            <a:off x="7490264" y="323532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22" name="Elipse 21">
            <a:extLst>
              <a:ext uri="{FF2B5EF4-FFF2-40B4-BE49-F238E27FC236}">
                <a16:creationId xmlns:a16="http://schemas.microsoft.com/office/drawing/2014/main" id="{A49C5F3A-6F0D-4A0F-AE6E-92F342C22ACD}"/>
              </a:ext>
              <a:ext uri="{C183D7F6-B498-43B3-948B-1728B52AA6E4}">
                <adec:decorative xmlns:adec="http://schemas.microsoft.com/office/drawing/2017/decorative" val="1"/>
              </a:ext>
            </a:extLst>
          </p:cNvPr>
          <p:cNvSpPr/>
          <p:nvPr/>
        </p:nvSpPr>
        <p:spPr>
          <a:xfrm>
            <a:off x="6832600" y="5055576"/>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25" name="Rectángulo: Esquinas redondeadas 24">
            <a:extLst>
              <a:ext uri="{FF2B5EF4-FFF2-40B4-BE49-F238E27FC236}">
                <a16:creationId xmlns:a16="http://schemas.microsoft.com/office/drawing/2014/main" id="{94A75A79-A67A-4A23-8588-7FC5EB9A5183}"/>
              </a:ext>
              <a:ext uri="{C183D7F6-B498-43B3-948B-1728B52AA6E4}">
                <adec:decorative xmlns:adec="http://schemas.microsoft.com/office/drawing/2017/decorative" val="1"/>
              </a:ext>
            </a:extLst>
          </p:cNvPr>
          <p:cNvSpPr/>
          <p:nvPr/>
        </p:nvSpPr>
        <p:spPr>
          <a:xfrm>
            <a:off x="1054886" y="1551479"/>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600" dirty="0"/>
              <a:t>Analizar variables claves </a:t>
            </a:r>
          </a:p>
          <a:p>
            <a:pPr algn="ctr" rtl="0"/>
            <a:r>
              <a:rPr lang="es-ES" sz="1600" dirty="0"/>
              <a:t>Del </a:t>
            </a:r>
            <a:r>
              <a:rPr lang="es-ES" sz="1600" dirty="0" err="1"/>
              <a:t>dataset</a:t>
            </a:r>
            <a:r>
              <a:rPr lang="es-ES" sz="1600" dirty="0"/>
              <a:t> FIFA</a:t>
            </a:r>
          </a:p>
        </p:txBody>
      </p:sp>
      <p:sp>
        <p:nvSpPr>
          <p:cNvPr id="26" name="Elipse 25">
            <a:extLst>
              <a:ext uri="{FF2B5EF4-FFF2-40B4-BE49-F238E27FC236}">
                <a16:creationId xmlns:a16="http://schemas.microsoft.com/office/drawing/2014/main" id="{BBC62739-FA35-49F8-8929-743B31F55A69}"/>
              </a:ext>
              <a:ext uri="{C183D7F6-B498-43B3-948B-1728B52AA6E4}">
                <adec:decorative xmlns:adec="http://schemas.microsoft.com/office/drawing/2017/decorative" val="1"/>
              </a:ext>
            </a:extLst>
          </p:cNvPr>
          <p:cNvSpPr/>
          <p:nvPr/>
        </p:nvSpPr>
        <p:spPr>
          <a:xfrm>
            <a:off x="4419600" y="151447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27" name="Rectángulo: Esquinas redondeadas 26">
            <a:extLst>
              <a:ext uri="{FF2B5EF4-FFF2-40B4-BE49-F238E27FC236}">
                <a16:creationId xmlns:a16="http://schemas.microsoft.com/office/drawing/2014/main" id="{71BB375D-5EE6-4428-9817-2C7DB6B94332}"/>
              </a:ext>
              <a:ext uri="{C183D7F6-B498-43B3-948B-1728B52AA6E4}">
                <adec:decorative xmlns:adec="http://schemas.microsoft.com/office/drawing/2017/decorative" val="1"/>
              </a:ext>
            </a:extLst>
          </p:cNvPr>
          <p:cNvSpPr/>
          <p:nvPr/>
        </p:nvSpPr>
        <p:spPr>
          <a:xfrm>
            <a:off x="644906" y="3285358"/>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Detectar futuras estrellas</a:t>
            </a:r>
            <a:endParaRPr lang="es-ES" sz="1600" dirty="0"/>
          </a:p>
        </p:txBody>
      </p:sp>
      <p:sp>
        <p:nvSpPr>
          <p:cNvPr id="28" name="Elipse 27">
            <a:extLst>
              <a:ext uri="{FF2B5EF4-FFF2-40B4-BE49-F238E27FC236}">
                <a16:creationId xmlns:a16="http://schemas.microsoft.com/office/drawing/2014/main" id="{B3A511B7-C7F3-4107-9962-1E10D2E087DD}"/>
              </a:ext>
              <a:ext uri="{C183D7F6-B498-43B3-948B-1728B52AA6E4}">
                <adec:decorative xmlns:adec="http://schemas.microsoft.com/office/drawing/2017/decorative" val="1"/>
              </a:ext>
            </a:extLst>
          </p:cNvPr>
          <p:cNvSpPr/>
          <p:nvPr/>
        </p:nvSpPr>
        <p:spPr>
          <a:xfrm>
            <a:off x="3670300" y="323532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30" name="Elipse 29">
            <a:extLst>
              <a:ext uri="{FF2B5EF4-FFF2-40B4-BE49-F238E27FC236}">
                <a16:creationId xmlns:a16="http://schemas.microsoft.com/office/drawing/2014/main" id="{83902602-D4BC-4D44-AC14-BB55A86C5D06}"/>
              </a:ext>
              <a:ext uri="{C183D7F6-B498-43B3-948B-1728B52AA6E4}">
                <adec:decorative xmlns:adec="http://schemas.microsoft.com/office/drawing/2017/decorative" val="1"/>
              </a:ext>
            </a:extLst>
          </p:cNvPr>
          <p:cNvSpPr/>
          <p:nvPr/>
        </p:nvSpPr>
        <p:spPr>
          <a:xfrm>
            <a:off x="4419600" y="5055576"/>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31" name="Grupo 30" descr="Iconos de gráfico de barras y gráfico de líneas.">
            <a:extLst>
              <a:ext uri="{FF2B5EF4-FFF2-40B4-BE49-F238E27FC236}">
                <a16:creationId xmlns:a16="http://schemas.microsoft.com/office/drawing/2014/main" id="{044C3643-8A0E-47C1-BEB8-C73203B5E58D}"/>
              </a:ext>
            </a:extLst>
          </p:cNvPr>
          <p:cNvGrpSpPr/>
          <p:nvPr/>
        </p:nvGrpSpPr>
        <p:grpSpPr>
          <a:xfrm>
            <a:off x="4715661" y="1810536"/>
            <a:ext cx="347679" cy="347679"/>
            <a:chOff x="4319588" y="2492375"/>
            <a:chExt cx="287338" cy="287338"/>
          </a:xfrm>
          <a:solidFill>
            <a:schemeClr val="bg1"/>
          </a:solidFill>
        </p:grpSpPr>
        <p:sp>
          <p:nvSpPr>
            <p:cNvPr id="32" name="Forma libre 372">
              <a:extLst>
                <a:ext uri="{FF2B5EF4-FFF2-40B4-BE49-F238E27FC236}">
                  <a16:creationId xmlns:a16="http://schemas.microsoft.com/office/drawing/2014/main" id="{56E8F5A5-5318-470B-8F42-337C264086A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33" name="Forma libre 373">
              <a:extLst>
                <a:ext uri="{FF2B5EF4-FFF2-40B4-BE49-F238E27FC236}">
                  <a16:creationId xmlns:a16="http://schemas.microsoft.com/office/drawing/2014/main" id="{6AA1356D-8F1B-4281-BEC5-5B4EBF7467B1}"/>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grpSp>
      <p:sp>
        <p:nvSpPr>
          <p:cNvPr id="34" name="Forma libre 1676" descr="Icono de casilla de verificación. ">
            <a:extLst>
              <a:ext uri="{FF2B5EF4-FFF2-40B4-BE49-F238E27FC236}">
                <a16:creationId xmlns:a16="http://schemas.microsoft.com/office/drawing/2014/main" id="{6FB02354-C73F-4DCF-8004-E9CCA66963EA}"/>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es-ES" dirty="0"/>
          </a:p>
        </p:txBody>
      </p:sp>
      <p:sp>
        <p:nvSpPr>
          <p:cNvPr id="35" name="Forma libre 4665" descr="Icono de gráfico ">
            <a:extLst>
              <a:ext uri="{FF2B5EF4-FFF2-40B4-BE49-F238E27FC236}">
                <a16:creationId xmlns:a16="http://schemas.microsoft.com/office/drawing/2014/main" id="{557E39B2-E017-4E5C-B53E-DDE3B9D4C92C}"/>
              </a:ext>
            </a:extLst>
          </p:cNvPr>
          <p:cNvSpPr>
            <a:spLocks/>
          </p:cNvSpPr>
          <p:nvPr/>
        </p:nvSpPr>
        <p:spPr bwMode="auto">
          <a:xfrm>
            <a:off x="7877961" y="3531386"/>
            <a:ext cx="347679" cy="347679"/>
          </a:xfrm>
          <a:custGeom>
            <a:avLst/>
            <a:gdLst>
              <a:gd name="T0" fmla="*/ 761 w 904"/>
              <a:gd name="T1" fmla="*/ 213 h 903"/>
              <a:gd name="T2" fmla="*/ 754 w 904"/>
              <a:gd name="T3" fmla="*/ 225 h 903"/>
              <a:gd name="T4" fmla="*/ 576 w 904"/>
              <a:gd name="T5" fmla="*/ 277 h 903"/>
              <a:gd name="T6" fmla="*/ 498 w 904"/>
              <a:gd name="T7" fmla="*/ 298 h 903"/>
              <a:gd name="T8" fmla="*/ 431 w 904"/>
              <a:gd name="T9" fmla="*/ 329 h 903"/>
              <a:gd name="T10" fmla="*/ 578 w 904"/>
              <a:gd name="T11" fmla="*/ 170 h 903"/>
              <a:gd name="T12" fmla="*/ 618 w 904"/>
              <a:gd name="T13" fmla="*/ 180 h 903"/>
              <a:gd name="T14" fmla="*/ 661 w 904"/>
              <a:gd name="T15" fmla="*/ 169 h 903"/>
              <a:gd name="T16" fmla="*/ 693 w 904"/>
              <a:gd name="T17" fmla="*/ 141 h 903"/>
              <a:gd name="T18" fmla="*/ 707 w 904"/>
              <a:gd name="T19" fmla="*/ 99 h 903"/>
              <a:gd name="T20" fmla="*/ 701 w 904"/>
              <a:gd name="T21" fmla="*/ 55 h 903"/>
              <a:gd name="T22" fmla="*/ 676 w 904"/>
              <a:gd name="T23" fmla="*/ 20 h 903"/>
              <a:gd name="T24" fmla="*/ 636 w 904"/>
              <a:gd name="T25" fmla="*/ 2 h 903"/>
              <a:gd name="T26" fmla="*/ 591 w 904"/>
              <a:gd name="T27" fmla="*/ 4 h 903"/>
              <a:gd name="T28" fmla="*/ 554 w 904"/>
              <a:gd name="T29" fmla="*/ 25 h 903"/>
              <a:gd name="T30" fmla="*/ 531 w 904"/>
              <a:gd name="T31" fmla="*/ 63 h 903"/>
              <a:gd name="T32" fmla="*/ 532 w 904"/>
              <a:gd name="T33" fmla="*/ 118 h 903"/>
              <a:gd name="T34" fmla="*/ 369 w 904"/>
              <a:gd name="T35" fmla="*/ 289 h 903"/>
              <a:gd name="T36" fmla="*/ 325 w 904"/>
              <a:gd name="T37" fmla="*/ 289 h 903"/>
              <a:gd name="T38" fmla="*/ 294 w 904"/>
              <a:gd name="T39" fmla="*/ 308 h 903"/>
              <a:gd name="T40" fmla="*/ 275 w 904"/>
              <a:gd name="T41" fmla="*/ 338 h 903"/>
              <a:gd name="T42" fmla="*/ 275 w 904"/>
              <a:gd name="T43" fmla="*/ 383 h 903"/>
              <a:gd name="T44" fmla="*/ 113 w 904"/>
              <a:gd name="T45" fmla="*/ 545 h 903"/>
              <a:gd name="T46" fmla="*/ 64 w 904"/>
              <a:gd name="T47" fmla="*/ 546 h 903"/>
              <a:gd name="T48" fmla="*/ 26 w 904"/>
              <a:gd name="T49" fmla="*/ 568 h 903"/>
              <a:gd name="T50" fmla="*/ 5 w 904"/>
              <a:gd name="T51" fmla="*/ 605 h 903"/>
              <a:gd name="T52" fmla="*/ 3 w 904"/>
              <a:gd name="T53" fmla="*/ 650 h 903"/>
              <a:gd name="T54" fmla="*/ 21 w 904"/>
              <a:gd name="T55" fmla="*/ 690 h 903"/>
              <a:gd name="T56" fmla="*/ 56 w 904"/>
              <a:gd name="T57" fmla="*/ 716 h 903"/>
              <a:gd name="T58" fmla="*/ 100 w 904"/>
              <a:gd name="T59" fmla="*/ 722 h 903"/>
              <a:gd name="T60" fmla="*/ 142 w 904"/>
              <a:gd name="T61" fmla="*/ 706 h 903"/>
              <a:gd name="T62" fmla="*/ 170 w 904"/>
              <a:gd name="T63" fmla="*/ 675 h 903"/>
              <a:gd name="T64" fmla="*/ 181 w 904"/>
              <a:gd name="T65" fmla="*/ 632 h 903"/>
              <a:gd name="T66" fmla="*/ 171 w 904"/>
              <a:gd name="T67" fmla="*/ 591 h 903"/>
              <a:gd name="T68" fmla="*/ 316 w 904"/>
              <a:gd name="T69" fmla="*/ 430 h 903"/>
              <a:gd name="T70" fmla="*/ 286 w 904"/>
              <a:gd name="T71" fmla="*/ 538 h 903"/>
              <a:gd name="T72" fmla="*/ 271 w 904"/>
              <a:gd name="T73" fmla="*/ 753 h 903"/>
              <a:gd name="T74" fmla="*/ 216 w 904"/>
              <a:gd name="T75" fmla="*/ 757 h 903"/>
              <a:gd name="T76" fmla="*/ 212 w 904"/>
              <a:gd name="T77" fmla="*/ 888 h 903"/>
              <a:gd name="T78" fmla="*/ 218 w 904"/>
              <a:gd name="T79" fmla="*/ 901 h 903"/>
              <a:gd name="T80" fmla="*/ 349 w 904"/>
              <a:gd name="T81" fmla="*/ 903 h 903"/>
              <a:gd name="T82" fmla="*/ 361 w 904"/>
              <a:gd name="T83" fmla="*/ 894 h 903"/>
              <a:gd name="T84" fmla="*/ 361 w 904"/>
              <a:gd name="T85" fmla="*/ 762 h 903"/>
              <a:gd name="T86" fmla="*/ 349 w 904"/>
              <a:gd name="T87" fmla="*/ 753 h 903"/>
              <a:gd name="T88" fmla="*/ 305 w 904"/>
              <a:gd name="T89" fmla="*/ 597 h 903"/>
              <a:gd name="T90" fmla="*/ 343 w 904"/>
              <a:gd name="T91" fmla="*/ 469 h 903"/>
              <a:gd name="T92" fmla="*/ 383 w 904"/>
              <a:gd name="T93" fmla="*/ 426 h 903"/>
              <a:gd name="T94" fmla="*/ 418 w 904"/>
              <a:gd name="T95" fmla="*/ 383 h 903"/>
              <a:gd name="T96" fmla="*/ 471 w 904"/>
              <a:gd name="T97" fmla="*/ 342 h 903"/>
              <a:gd name="T98" fmla="*/ 544 w 904"/>
              <a:gd name="T99" fmla="*/ 315 h 903"/>
              <a:gd name="T100" fmla="*/ 627 w 904"/>
              <a:gd name="T101" fmla="*/ 302 h 903"/>
              <a:gd name="T102" fmla="*/ 754 w 904"/>
              <a:gd name="T103" fmla="*/ 348 h 903"/>
              <a:gd name="T104" fmla="*/ 763 w 904"/>
              <a:gd name="T105" fmla="*/ 360 h 903"/>
              <a:gd name="T106" fmla="*/ 895 w 904"/>
              <a:gd name="T107" fmla="*/ 360 h 903"/>
              <a:gd name="T108" fmla="*/ 904 w 904"/>
              <a:gd name="T109" fmla="*/ 348 h 903"/>
              <a:gd name="T110" fmla="*/ 902 w 904"/>
              <a:gd name="T111" fmla="*/ 217 h 903"/>
              <a:gd name="T112" fmla="*/ 889 w 904"/>
              <a:gd name="T113" fmla="*/ 21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es-ES" dirty="0"/>
          </a:p>
        </p:txBody>
      </p:sp>
      <p:grpSp>
        <p:nvGrpSpPr>
          <p:cNvPr id="36" name="Grupo 35" descr="Icono de ser humano y engranaje. ">
            <a:extLst>
              <a:ext uri="{FF2B5EF4-FFF2-40B4-BE49-F238E27FC236}">
                <a16:creationId xmlns:a16="http://schemas.microsoft.com/office/drawing/2014/main" id="{ECC5F635-1712-4572-A9EC-F94E2199DDBD}"/>
              </a:ext>
            </a:extLst>
          </p:cNvPr>
          <p:cNvGrpSpPr/>
          <p:nvPr/>
        </p:nvGrpSpPr>
        <p:grpSpPr>
          <a:xfrm>
            <a:off x="7133464" y="5355478"/>
            <a:ext cx="338073" cy="339996"/>
            <a:chOff x="6450013" y="5349875"/>
            <a:chExt cx="279399" cy="280988"/>
          </a:xfrm>
          <a:solidFill>
            <a:schemeClr val="bg1"/>
          </a:solidFill>
        </p:grpSpPr>
        <p:sp>
          <p:nvSpPr>
            <p:cNvPr id="37" name="Forma libre 3673">
              <a:extLst>
                <a:ext uri="{FF2B5EF4-FFF2-40B4-BE49-F238E27FC236}">
                  <a16:creationId xmlns:a16="http://schemas.microsoft.com/office/drawing/2014/main" id="{D1391604-D4EC-48A8-AE57-EDF194392FB1}"/>
                </a:ext>
              </a:extLst>
            </p:cNvPr>
            <p:cNvSpPr>
              <a:spLocks/>
            </p:cNvSpPr>
            <p:nvPr/>
          </p:nvSpPr>
          <p:spPr bwMode="auto">
            <a:xfrm>
              <a:off x="6450013" y="5349875"/>
              <a:ext cx="182562" cy="238125"/>
            </a:xfrm>
            <a:custGeom>
              <a:avLst/>
              <a:gdLst>
                <a:gd name="T0" fmla="*/ 379 w 459"/>
                <a:gd name="T1" fmla="*/ 550 h 602"/>
                <a:gd name="T2" fmla="*/ 380 w 459"/>
                <a:gd name="T3" fmla="*/ 519 h 602"/>
                <a:gd name="T4" fmla="*/ 345 w 459"/>
                <a:gd name="T5" fmla="*/ 495 h 602"/>
                <a:gd name="T6" fmla="*/ 397 w 459"/>
                <a:gd name="T7" fmla="*/ 400 h 602"/>
                <a:gd name="T8" fmla="*/ 408 w 459"/>
                <a:gd name="T9" fmla="*/ 395 h 602"/>
                <a:gd name="T10" fmla="*/ 450 w 459"/>
                <a:gd name="T11" fmla="*/ 406 h 602"/>
                <a:gd name="T12" fmla="*/ 412 w 459"/>
                <a:gd name="T13" fmla="*/ 384 h 602"/>
                <a:gd name="T14" fmla="*/ 376 w 459"/>
                <a:gd name="T15" fmla="*/ 370 h 602"/>
                <a:gd name="T16" fmla="*/ 361 w 459"/>
                <a:gd name="T17" fmla="*/ 307 h 602"/>
                <a:gd name="T18" fmla="*/ 379 w 459"/>
                <a:gd name="T19" fmla="*/ 288 h 602"/>
                <a:gd name="T20" fmla="*/ 397 w 459"/>
                <a:gd name="T21" fmla="*/ 252 h 602"/>
                <a:gd name="T22" fmla="*/ 406 w 459"/>
                <a:gd name="T23" fmla="*/ 214 h 602"/>
                <a:gd name="T24" fmla="*/ 415 w 459"/>
                <a:gd name="T25" fmla="*/ 202 h 602"/>
                <a:gd name="T26" fmla="*/ 420 w 459"/>
                <a:gd name="T27" fmla="*/ 183 h 602"/>
                <a:gd name="T28" fmla="*/ 416 w 459"/>
                <a:gd name="T29" fmla="*/ 152 h 602"/>
                <a:gd name="T30" fmla="*/ 412 w 459"/>
                <a:gd name="T31" fmla="*/ 121 h 602"/>
                <a:gd name="T32" fmla="*/ 420 w 459"/>
                <a:gd name="T33" fmla="*/ 78 h 602"/>
                <a:gd name="T34" fmla="*/ 415 w 459"/>
                <a:gd name="T35" fmla="*/ 45 h 602"/>
                <a:gd name="T36" fmla="*/ 403 w 459"/>
                <a:gd name="T37" fmla="*/ 27 h 602"/>
                <a:gd name="T38" fmla="*/ 382 w 459"/>
                <a:gd name="T39" fmla="*/ 15 h 602"/>
                <a:gd name="T40" fmla="*/ 341 w 459"/>
                <a:gd name="T41" fmla="*/ 3 h 602"/>
                <a:gd name="T42" fmla="*/ 291 w 459"/>
                <a:gd name="T43" fmla="*/ 0 h 602"/>
                <a:gd name="T44" fmla="*/ 245 w 459"/>
                <a:gd name="T45" fmla="*/ 9 h 602"/>
                <a:gd name="T46" fmla="*/ 213 w 459"/>
                <a:gd name="T47" fmla="*/ 27 h 602"/>
                <a:gd name="T48" fmla="*/ 201 w 459"/>
                <a:gd name="T49" fmla="*/ 42 h 602"/>
                <a:gd name="T50" fmla="*/ 181 w 459"/>
                <a:gd name="T51" fmla="*/ 44 h 602"/>
                <a:gd name="T52" fmla="*/ 163 w 459"/>
                <a:gd name="T53" fmla="*/ 56 h 602"/>
                <a:gd name="T54" fmla="*/ 155 w 459"/>
                <a:gd name="T55" fmla="*/ 87 h 602"/>
                <a:gd name="T56" fmla="*/ 164 w 459"/>
                <a:gd name="T57" fmla="*/ 138 h 602"/>
                <a:gd name="T58" fmla="*/ 159 w 459"/>
                <a:gd name="T59" fmla="*/ 144 h 602"/>
                <a:gd name="T60" fmla="*/ 150 w 459"/>
                <a:gd name="T61" fmla="*/ 162 h 602"/>
                <a:gd name="T62" fmla="*/ 149 w 459"/>
                <a:gd name="T63" fmla="*/ 184 h 602"/>
                <a:gd name="T64" fmla="*/ 154 w 459"/>
                <a:gd name="T65" fmla="*/ 201 h 602"/>
                <a:gd name="T66" fmla="*/ 163 w 459"/>
                <a:gd name="T67" fmla="*/ 214 h 602"/>
                <a:gd name="T68" fmla="*/ 169 w 459"/>
                <a:gd name="T69" fmla="*/ 237 h 602"/>
                <a:gd name="T70" fmla="*/ 179 w 459"/>
                <a:gd name="T71" fmla="*/ 271 h 602"/>
                <a:gd name="T72" fmla="*/ 203 w 459"/>
                <a:gd name="T73" fmla="*/ 306 h 602"/>
                <a:gd name="T74" fmla="*/ 215 w 459"/>
                <a:gd name="T75" fmla="*/ 364 h 602"/>
                <a:gd name="T76" fmla="*/ 171 w 459"/>
                <a:gd name="T77" fmla="*/ 381 h 602"/>
                <a:gd name="T78" fmla="*/ 106 w 459"/>
                <a:gd name="T79" fmla="*/ 401 h 602"/>
                <a:gd name="T80" fmla="*/ 46 w 459"/>
                <a:gd name="T81" fmla="*/ 428 h 602"/>
                <a:gd name="T82" fmla="*/ 22 w 459"/>
                <a:gd name="T83" fmla="*/ 449 h 602"/>
                <a:gd name="T84" fmla="*/ 10 w 459"/>
                <a:gd name="T85" fmla="*/ 479 h 602"/>
                <a:gd name="T86" fmla="*/ 2 w 459"/>
                <a:gd name="T87" fmla="*/ 540 h 602"/>
                <a:gd name="T88" fmla="*/ 1 w 459"/>
                <a:gd name="T89" fmla="*/ 594 h 602"/>
                <a:gd name="T90" fmla="*/ 11 w 459"/>
                <a:gd name="T91" fmla="*/ 602 h 602"/>
                <a:gd name="T92" fmla="*/ 345 w 459"/>
                <a:gd name="T93" fmla="*/ 589 h 602"/>
                <a:gd name="T94" fmla="*/ 352 w 459"/>
                <a:gd name="T95" fmla="*/ 577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9" h="602">
                  <a:moveTo>
                    <a:pt x="352" y="577"/>
                  </a:moveTo>
                  <a:lnTo>
                    <a:pt x="380" y="560"/>
                  </a:lnTo>
                  <a:lnTo>
                    <a:pt x="379" y="550"/>
                  </a:lnTo>
                  <a:lnTo>
                    <a:pt x="379" y="540"/>
                  </a:lnTo>
                  <a:lnTo>
                    <a:pt x="379" y="530"/>
                  </a:lnTo>
                  <a:lnTo>
                    <a:pt x="380" y="519"/>
                  </a:lnTo>
                  <a:lnTo>
                    <a:pt x="352" y="503"/>
                  </a:lnTo>
                  <a:lnTo>
                    <a:pt x="348" y="499"/>
                  </a:lnTo>
                  <a:lnTo>
                    <a:pt x="345" y="495"/>
                  </a:lnTo>
                  <a:lnTo>
                    <a:pt x="345" y="490"/>
                  </a:lnTo>
                  <a:lnTo>
                    <a:pt x="346" y="486"/>
                  </a:lnTo>
                  <a:lnTo>
                    <a:pt x="397" y="400"/>
                  </a:lnTo>
                  <a:lnTo>
                    <a:pt x="399" y="397"/>
                  </a:lnTo>
                  <a:lnTo>
                    <a:pt x="403" y="395"/>
                  </a:lnTo>
                  <a:lnTo>
                    <a:pt x="408" y="395"/>
                  </a:lnTo>
                  <a:lnTo>
                    <a:pt x="413" y="396"/>
                  </a:lnTo>
                  <a:lnTo>
                    <a:pt x="441" y="413"/>
                  </a:lnTo>
                  <a:lnTo>
                    <a:pt x="450" y="406"/>
                  </a:lnTo>
                  <a:lnTo>
                    <a:pt x="459" y="401"/>
                  </a:lnTo>
                  <a:lnTo>
                    <a:pt x="424" y="388"/>
                  </a:lnTo>
                  <a:lnTo>
                    <a:pt x="412" y="384"/>
                  </a:lnTo>
                  <a:lnTo>
                    <a:pt x="400" y="379"/>
                  </a:lnTo>
                  <a:lnTo>
                    <a:pt x="389" y="375"/>
                  </a:lnTo>
                  <a:lnTo>
                    <a:pt x="376" y="370"/>
                  </a:lnTo>
                  <a:lnTo>
                    <a:pt x="368" y="368"/>
                  </a:lnTo>
                  <a:lnTo>
                    <a:pt x="361" y="364"/>
                  </a:lnTo>
                  <a:lnTo>
                    <a:pt x="361" y="307"/>
                  </a:lnTo>
                  <a:lnTo>
                    <a:pt x="366" y="302"/>
                  </a:lnTo>
                  <a:lnTo>
                    <a:pt x="372" y="297"/>
                  </a:lnTo>
                  <a:lnTo>
                    <a:pt x="379" y="288"/>
                  </a:lnTo>
                  <a:lnTo>
                    <a:pt x="385" y="279"/>
                  </a:lnTo>
                  <a:lnTo>
                    <a:pt x="391" y="266"/>
                  </a:lnTo>
                  <a:lnTo>
                    <a:pt x="397" y="252"/>
                  </a:lnTo>
                  <a:lnTo>
                    <a:pt x="400" y="235"/>
                  </a:lnTo>
                  <a:lnTo>
                    <a:pt x="402" y="216"/>
                  </a:lnTo>
                  <a:lnTo>
                    <a:pt x="406" y="214"/>
                  </a:lnTo>
                  <a:lnTo>
                    <a:pt x="409" y="211"/>
                  </a:lnTo>
                  <a:lnTo>
                    <a:pt x="412" y="207"/>
                  </a:lnTo>
                  <a:lnTo>
                    <a:pt x="415" y="202"/>
                  </a:lnTo>
                  <a:lnTo>
                    <a:pt x="417" y="197"/>
                  </a:lnTo>
                  <a:lnTo>
                    <a:pt x="418" y="191"/>
                  </a:lnTo>
                  <a:lnTo>
                    <a:pt x="420" y="183"/>
                  </a:lnTo>
                  <a:lnTo>
                    <a:pt x="420" y="175"/>
                  </a:lnTo>
                  <a:lnTo>
                    <a:pt x="420" y="164"/>
                  </a:lnTo>
                  <a:lnTo>
                    <a:pt x="416" y="152"/>
                  </a:lnTo>
                  <a:lnTo>
                    <a:pt x="412" y="144"/>
                  </a:lnTo>
                  <a:lnTo>
                    <a:pt x="406" y="137"/>
                  </a:lnTo>
                  <a:lnTo>
                    <a:pt x="412" y="121"/>
                  </a:lnTo>
                  <a:lnTo>
                    <a:pt x="417" y="101"/>
                  </a:lnTo>
                  <a:lnTo>
                    <a:pt x="420" y="89"/>
                  </a:lnTo>
                  <a:lnTo>
                    <a:pt x="420" y="78"/>
                  </a:lnTo>
                  <a:lnTo>
                    <a:pt x="420" y="65"/>
                  </a:lnTo>
                  <a:lnTo>
                    <a:pt x="417" y="53"/>
                  </a:lnTo>
                  <a:lnTo>
                    <a:pt x="415" y="45"/>
                  </a:lnTo>
                  <a:lnTo>
                    <a:pt x="412" y="39"/>
                  </a:lnTo>
                  <a:lnTo>
                    <a:pt x="407" y="34"/>
                  </a:lnTo>
                  <a:lnTo>
                    <a:pt x="403" y="27"/>
                  </a:lnTo>
                  <a:lnTo>
                    <a:pt x="397" y="24"/>
                  </a:lnTo>
                  <a:lnTo>
                    <a:pt x="390" y="18"/>
                  </a:lnTo>
                  <a:lnTo>
                    <a:pt x="382" y="15"/>
                  </a:lnTo>
                  <a:lnTo>
                    <a:pt x="376" y="12"/>
                  </a:lnTo>
                  <a:lnTo>
                    <a:pt x="359" y="7"/>
                  </a:lnTo>
                  <a:lnTo>
                    <a:pt x="341" y="3"/>
                  </a:lnTo>
                  <a:lnTo>
                    <a:pt x="325" y="0"/>
                  </a:lnTo>
                  <a:lnTo>
                    <a:pt x="307" y="0"/>
                  </a:lnTo>
                  <a:lnTo>
                    <a:pt x="291" y="0"/>
                  </a:lnTo>
                  <a:lnTo>
                    <a:pt x="276" y="2"/>
                  </a:lnTo>
                  <a:lnTo>
                    <a:pt x="260" y="6"/>
                  </a:lnTo>
                  <a:lnTo>
                    <a:pt x="245" y="9"/>
                  </a:lnTo>
                  <a:lnTo>
                    <a:pt x="231" y="16"/>
                  </a:lnTo>
                  <a:lnTo>
                    <a:pt x="218" y="22"/>
                  </a:lnTo>
                  <a:lnTo>
                    <a:pt x="213" y="27"/>
                  </a:lnTo>
                  <a:lnTo>
                    <a:pt x="209" y="31"/>
                  </a:lnTo>
                  <a:lnTo>
                    <a:pt x="204" y="36"/>
                  </a:lnTo>
                  <a:lnTo>
                    <a:pt x="201" y="42"/>
                  </a:lnTo>
                  <a:lnTo>
                    <a:pt x="194" y="42"/>
                  </a:lnTo>
                  <a:lnTo>
                    <a:pt x="187" y="43"/>
                  </a:lnTo>
                  <a:lnTo>
                    <a:pt x="181" y="44"/>
                  </a:lnTo>
                  <a:lnTo>
                    <a:pt x="176" y="45"/>
                  </a:lnTo>
                  <a:lnTo>
                    <a:pt x="168" y="51"/>
                  </a:lnTo>
                  <a:lnTo>
                    <a:pt x="163" y="56"/>
                  </a:lnTo>
                  <a:lnTo>
                    <a:pt x="158" y="65"/>
                  </a:lnTo>
                  <a:lnTo>
                    <a:pt x="155" y="75"/>
                  </a:lnTo>
                  <a:lnTo>
                    <a:pt x="155" y="87"/>
                  </a:lnTo>
                  <a:lnTo>
                    <a:pt x="155" y="98"/>
                  </a:lnTo>
                  <a:lnTo>
                    <a:pt x="159" y="120"/>
                  </a:lnTo>
                  <a:lnTo>
                    <a:pt x="164" y="138"/>
                  </a:lnTo>
                  <a:lnTo>
                    <a:pt x="164" y="139"/>
                  </a:lnTo>
                  <a:lnTo>
                    <a:pt x="164" y="139"/>
                  </a:lnTo>
                  <a:lnTo>
                    <a:pt x="159" y="144"/>
                  </a:lnTo>
                  <a:lnTo>
                    <a:pt x="154" y="151"/>
                  </a:lnTo>
                  <a:lnTo>
                    <a:pt x="151" y="156"/>
                  </a:lnTo>
                  <a:lnTo>
                    <a:pt x="150" y="162"/>
                  </a:lnTo>
                  <a:lnTo>
                    <a:pt x="149" y="170"/>
                  </a:lnTo>
                  <a:lnTo>
                    <a:pt x="149" y="176"/>
                  </a:lnTo>
                  <a:lnTo>
                    <a:pt x="149" y="184"/>
                  </a:lnTo>
                  <a:lnTo>
                    <a:pt x="150" y="191"/>
                  </a:lnTo>
                  <a:lnTo>
                    <a:pt x="151" y="196"/>
                  </a:lnTo>
                  <a:lnTo>
                    <a:pt x="154" y="201"/>
                  </a:lnTo>
                  <a:lnTo>
                    <a:pt x="156" y="206"/>
                  </a:lnTo>
                  <a:lnTo>
                    <a:pt x="159" y="210"/>
                  </a:lnTo>
                  <a:lnTo>
                    <a:pt x="163" y="214"/>
                  </a:lnTo>
                  <a:lnTo>
                    <a:pt x="167" y="216"/>
                  </a:lnTo>
                  <a:lnTo>
                    <a:pt x="168" y="227"/>
                  </a:lnTo>
                  <a:lnTo>
                    <a:pt x="169" y="237"/>
                  </a:lnTo>
                  <a:lnTo>
                    <a:pt x="172" y="246"/>
                  </a:lnTo>
                  <a:lnTo>
                    <a:pt x="174" y="255"/>
                  </a:lnTo>
                  <a:lnTo>
                    <a:pt x="179" y="271"/>
                  </a:lnTo>
                  <a:lnTo>
                    <a:pt x="187" y="286"/>
                  </a:lnTo>
                  <a:lnTo>
                    <a:pt x="195" y="297"/>
                  </a:lnTo>
                  <a:lnTo>
                    <a:pt x="203" y="306"/>
                  </a:lnTo>
                  <a:lnTo>
                    <a:pt x="210" y="314"/>
                  </a:lnTo>
                  <a:lnTo>
                    <a:pt x="215" y="319"/>
                  </a:lnTo>
                  <a:lnTo>
                    <a:pt x="215" y="364"/>
                  </a:lnTo>
                  <a:lnTo>
                    <a:pt x="201" y="369"/>
                  </a:lnTo>
                  <a:lnTo>
                    <a:pt x="186" y="375"/>
                  </a:lnTo>
                  <a:lnTo>
                    <a:pt x="171" y="381"/>
                  </a:lnTo>
                  <a:lnTo>
                    <a:pt x="155" y="384"/>
                  </a:lnTo>
                  <a:lnTo>
                    <a:pt x="129" y="393"/>
                  </a:lnTo>
                  <a:lnTo>
                    <a:pt x="106" y="401"/>
                  </a:lnTo>
                  <a:lnTo>
                    <a:pt x="83" y="410"/>
                  </a:lnTo>
                  <a:lnTo>
                    <a:pt x="64" y="419"/>
                  </a:lnTo>
                  <a:lnTo>
                    <a:pt x="46" y="428"/>
                  </a:lnTo>
                  <a:lnTo>
                    <a:pt x="32" y="438"/>
                  </a:lnTo>
                  <a:lnTo>
                    <a:pt x="27" y="444"/>
                  </a:lnTo>
                  <a:lnTo>
                    <a:pt x="22" y="449"/>
                  </a:lnTo>
                  <a:lnTo>
                    <a:pt x="18" y="455"/>
                  </a:lnTo>
                  <a:lnTo>
                    <a:pt x="15" y="460"/>
                  </a:lnTo>
                  <a:lnTo>
                    <a:pt x="10" y="479"/>
                  </a:lnTo>
                  <a:lnTo>
                    <a:pt x="6" y="499"/>
                  </a:lnTo>
                  <a:lnTo>
                    <a:pt x="4" y="521"/>
                  </a:lnTo>
                  <a:lnTo>
                    <a:pt x="2" y="540"/>
                  </a:lnTo>
                  <a:lnTo>
                    <a:pt x="0" y="573"/>
                  </a:lnTo>
                  <a:lnTo>
                    <a:pt x="0" y="589"/>
                  </a:lnTo>
                  <a:lnTo>
                    <a:pt x="1" y="594"/>
                  </a:lnTo>
                  <a:lnTo>
                    <a:pt x="4" y="598"/>
                  </a:lnTo>
                  <a:lnTo>
                    <a:pt x="7" y="600"/>
                  </a:lnTo>
                  <a:lnTo>
                    <a:pt x="11" y="602"/>
                  </a:lnTo>
                  <a:lnTo>
                    <a:pt x="350" y="602"/>
                  </a:lnTo>
                  <a:lnTo>
                    <a:pt x="346" y="594"/>
                  </a:lnTo>
                  <a:lnTo>
                    <a:pt x="345" y="589"/>
                  </a:lnTo>
                  <a:lnTo>
                    <a:pt x="345" y="585"/>
                  </a:lnTo>
                  <a:lnTo>
                    <a:pt x="348" y="581"/>
                  </a:lnTo>
                  <a:lnTo>
                    <a:pt x="352" y="5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38" name="Forma libre 3674">
              <a:extLst>
                <a:ext uri="{FF2B5EF4-FFF2-40B4-BE49-F238E27FC236}">
                  <a16:creationId xmlns:a16="http://schemas.microsoft.com/office/drawing/2014/main" id="{44A4D0F8-0767-41BC-BE62-0AED99EC8B25}"/>
                </a:ext>
              </a:extLst>
            </p:cNvPr>
            <p:cNvSpPr>
              <a:spLocks noEditPoints="1"/>
            </p:cNvSpPr>
            <p:nvPr/>
          </p:nvSpPr>
          <p:spPr bwMode="auto">
            <a:xfrm>
              <a:off x="6597650" y="5497513"/>
              <a:ext cx="131762" cy="133350"/>
            </a:xfrm>
            <a:custGeom>
              <a:avLst/>
              <a:gdLst>
                <a:gd name="T0" fmla="*/ 151 w 332"/>
                <a:gd name="T1" fmla="*/ 243 h 336"/>
                <a:gd name="T2" fmla="*/ 129 w 332"/>
                <a:gd name="T3" fmla="*/ 235 h 336"/>
                <a:gd name="T4" fmla="*/ 111 w 332"/>
                <a:gd name="T5" fmla="*/ 222 h 336"/>
                <a:gd name="T6" fmla="*/ 97 w 332"/>
                <a:gd name="T7" fmla="*/ 204 h 336"/>
                <a:gd name="T8" fmla="*/ 89 w 332"/>
                <a:gd name="T9" fmla="*/ 182 h 336"/>
                <a:gd name="T10" fmla="*/ 88 w 332"/>
                <a:gd name="T11" fmla="*/ 159 h 336"/>
                <a:gd name="T12" fmla="*/ 94 w 332"/>
                <a:gd name="T13" fmla="*/ 136 h 336"/>
                <a:gd name="T14" fmla="*/ 106 w 332"/>
                <a:gd name="T15" fmla="*/ 117 h 336"/>
                <a:gd name="T16" fmla="*/ 122 w 332"/>
                <a:gd name="T17" fmla="*/ 103 h 336"/>
                <a:gd name="T18" fmla="*/ 143 w 332"/>
                <a:gd name="T19" fmla="*/ 92 h 336"/>
                <a:gd name="T20" fmla="*/ 166 w 332"/>
                <a:gd name="T21" fmla="*/ 89 h 336"/>
                <a:gd name="T22" fmla="*/ 189 w 332"/>
                <a:gd name="T23" fmla="*/ 92 h 336"/>
                <a:gd name="T24" fmla="*/ 210 w 332"/>
                <a:gd name="T25" fmla="*/ 103 h 336"/>
                <a:gd name="T26" fmla="*/ 226 w 332"/>
                <a:gd name="T27" fmla="*/ 117 h 336"/>
                <a:gd name="T28" fmla="*/ 238 w 332"/>
                <a:gd name="T29" fmla="*/ 136 h 336"/>
                <a:gd name="T30" fmla="*/ 243 w 332"/>
                <a:gd name="T31" fmla="*/ 159 h 336"/>
                <a:gd name="T32" fmla="*/ 242 w 332"/>
                <a:gd name="T33" fmla="*/ 182 h 336"/>
                <a:gd name="T34" fmla="*/ 234 w 332"/>
                <a:gd name="T35" fmla="*/ 204 h 336"/>
                <a:gd name="T36" fmla="*/ 221 w 332"/>
                <a:gd name="T37" fmla="*/ 222 h 336"/>
                <a:gd name="T38" fmla="*/ 203 w 332"/>
                <a:gd name="T39" fmla="*/ 235 h 336"/>
                <a:gd name="T40" fmla="*/ 181 w 332"/>
                <a:gd name="T41" fmla="*/ 243 h 336"/>
                <a:gd name="T42" fmla="*/ 306 w 332"/>
                <a:gd name="T43" fmla="*/ 204 h 336"/>
                <a:gd name="T44" fmla="*/ 300 w 332"/>
                <a:gd name="T45" fmla="*/ 195 h 336"/>
                <a:gd name="T46" fmla="*/ 302 w 332"/>
                <a:gd name="T47" fmla="*/ 167 h 336"/>
                <a:gd name="T48" fmla="*/ 300 w 332"/>
                <a:gd name="T49" fmla="*/ 139 h 336"/>
                <a:gd name="T50" fmla="*/ 306 w 332"/>
                <a:gd name="T51" fmla="*/ 130 h 336"/>
                <a:gd name="T52" fmla="*/ 269 w 332"/>
                <a:gd name="T53" fmla="*/ 64 h 336"/>
                <a:gd name="T54" fmla="*/ 257 w 332"/>
                <a:gd name="T55" fmla="*/ 65 h 336"/>
                <a:gd name="T56" fmla="*/ 242 w 332"/>
                <a:gd name="T57" fmla="*/ 53 h 336"/>
                <a:gd name="T58" fmla="*/ 215 w 332"/>
                <a:gd name="T59" fmla="*/ 35 h 336"/>
                <a:gd name="T60" fmla="*/ 207 w 332"/>
                <a:gd name="T61" fmla="*/ 27 h 336"/>
                <a:gd name="T62" fmla="*/ 135 w 332"/>
                <a:gd name="T63" fmla="*/ 0 h 336"/>
                <a:gd name="T64" fmla="*/ 133 w 332"/>
                <a:gd name="T65" fmla="*/ 31 h 336"/>
                <a:gd name="T66" fmla="*/ 113 w 332"/>
                <a:gd name="T67" fmla="*/ 41 h 336"/>
                <a:gd name="T68" fmla="*/ 77 w 332"/>
                <a:gd name="T69" fmla="*/ 63 h 336"/>
                <a:gd name="T70" fmla="*/ 67 w 332"/>
                <a:gd name="T71" fmla="*/ 65 h 336"/>
                <a:gd name="T72" fmla="*/ 0 w 332"/>
                <a:gd name="T73" fmla="*/ 114 h 336"/>
                <a:gd name="T74" fmla="*/ 31 w 332"/>
                <a:gd name="T75" fmla="*/ 135 h 336"/>
                <a:gd name="T76" fmla="*/ 30 w 332"/>
                <a:gd name="T77" fmla="*/ 154 h 336"/>
                <a:gd name="T78" fmla="*/ 31 w 332"/>
                <a:gd name="T79" fmla="*/ 191 h 336"/>
                <a:gd name="T80" fmla="*/ 29 w 332"/>
                <a:gd name="T81" fmla="*/ 202 h 336"/>
                <a:gd name="T82" fmla="*/ 38 w 332"/>
                <a:gd name="T83" fmla="*/ 284 h 336"/>
                <a:gd name="T84" fmla="*/ 71 w 332"/>
                <a:gd name="T85" fmla="*/ 267 h 336"/>
                <a:gd name="T86" fmla="*/ 89 w 332"/>
                <a:gd name="T87" fmla="*/ 279 h 336"/>
                <a:gd name="T88" fmla="*/ 139 w 332"/>
                <a:gd name="T89" fmla="*/ 300 h 336"/>
                <a:gd name="T90" fmla="*/ 146 w 332"/>
                <a:gd name="T91" fmla="*/ 308 h 336"/>
                <a:gd name="T92" fmla="*/ 207 w 332"/>
                <a:gd name="T93" fmla="*/ 336 h 336"/>
                <a:gd name="T94" fmla="*/ 208 w 332"/>
                <a:gd name="T95" fmla="*/ 306 h 336"/>
                <a:gd name="T96" fmla="*/ 223 w 332"/>
                <a:gd name="T97" fmla="*/ 297 h 336"/>
                <a:gd name="T98" fmla="*/ 246 w 332"/>
                <a:gd name="T99" fmla="*/ 279 h 336"/>
                <a:gd name="T100" fmla="*/ 257 w 332"/>
                <a:gd name="T101" fmla="*/ 268 h 336"/>
                <a:gd name="T102" fmla="*/ 269 w 332"/>
                <a:gd name="T103" fmla="*/ 270 h 336"/>
                <a:gd name="T104" fmla="*/ 306 w 332"/>
                <a:gd name="T105" fmla="*/ 20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32" h="336">
                  <a:moveTo>
                    <a:pt x="166" y="245"/>
                  </a:moveTo>
                  <a:lnTo>
                    <a:pt x="158" y="244"/>
                  </a:lnTo>
                  <a:lnTo>
                    <a:pt x="151" y="243"/>
                  </a:lnTo>
                  <a:lnTo>
                    <a:pt x="143" y="241"/>
                  </a:lnTo>
                  <a:lnTo>
                    <a:pt x="135" y="239"/>
                  </a:lnTo>
                  <a:lnTo>
                    <a:pt x="129" y="235"/>
                  </a:lnTo>
                  <a:lnTo>
                    <a:pt x="122" y="231"/>
                  </a:lnTo>
                  <a:lnTo>
                    <a:pt x="116" y="227"/>
                  </a:lnTo>
                  <a:lnTo>
                    <a:pt x="111" y="222"/>
                  </a:lnTo>
                  <a:lnTo>
                    <a:pt x="106" y="217"/>
                  </a:lnTo>
                  <a:lnTo>
                    <a:pt x="101" y="211"/>
                  </a:lnTo>
                  <a:lnTo>
                    <a:pt x="97" y="204"/>
                  </a:lnTo>
                  <a:lnTo>
                    <a:pt x="94" y="198"/>
                  </a:lnTo>
                  <a:lnTo>
                    <a:pt x="92" y="190"/>
                  </a:lnTo>
                  <a:lnTo>
                    <a:pt x="89" y="182"/>
                  </a:lnTo>
                  <a:lnTo>
                    <a:pt x="88" y="175"/>
                  </a:lnTo>
                  <a:lnTo>
                    <a:pt x="88" y="167"/>
                  </a:lnTo>
                  <a:lnTo>
                    <a:pt x="88" y="159"/>
                  </a:lnTo>
                  <a:lnTo>
                    <a:pt x="89" y="151"/>
                  </a:lnTo>
                  <a:lnTo>
                    <a:pt x="92" y="144"/>
                  </a:lnTo>
                  <a:lnTo>
                    <a:pt x="94" y="136"/>
                  </a:lnTo>
                  <a:lnTo>
                    <a:pt x="97" y="130"/>
                  </a:lnTo>
                  <a:lnTo>
                    <a:pt x="101" y="123"/>
                  </a:lnTo>
                  <a:lnTo>
                    <a:pt x="106" y="117"/>
                  </a:lnTo>
                  <a:lnTo>
                    <a:pt x="111" y="112"/>
                  </a:lnTo>
                  <a:lnTo>
                    <a:pt x="116" y="106"/>
                  </a:lnTo>
                  <a:lnTo>
                    <a:pt x="122" y="103"/>
                  </a:lnTo>
                  <a:lnTo>
                    <a:pt x="129" y="99"/>
                  </a:lnTo>
                  <a:lnTo>
                    <a:pt x="135" y="95"/>
                  </a:lnTo>
                  <a:lnTo>
                    <a:pt x="143" y="92"/>
                  </a:lnTo>
                  <a:lnTo>
                    <a:pt x="151" y="90"/>
                  </a:lnTo>
                  <a:lnTo>
                    <a:pt x="158" y="90"/>
                  </a:lnTo>
                  <a:lnTo>
                    <a:pt x="166" y="89"/>
                  </a:lnTo>
                  <a:lnTo>
                    <a:pt x="174" y="90"/>
                  </a:lnTo>
                  <a:lnTo>
                    <a:pt x="181" y="90"/>
                  </a:lnTo>
                  <a:lnTo>
                    <a:pt x="189" y="92"/>
                  </a:lnTo>
                  <a:lnTo>
                    <a:pt x="196" y="95"/>
                  </a:lnTo>
                  <a:lnTo>
                    <a:pt x="203" y="99"/>
                  </a:lnTo>
                  <a:lnTo>
                    <a:pt x="210" y="103"/>
                  </a:lnTo>
                  <a:lnTo>
                    <a:pt x="215" y="106"/>
                  </a:lnTo>
                  <a:lnTo>
                    <a:pt x="221" y="112"/>
                  </a:lnTo>
                  <a:lnTo>
                    <a:pt x="226" y="117"/>
                  </a:lnTo>
                  <a:lnTo>
                    <a:pt x="230" y="123"/>
                  </a:lnTo>
                  <a:lnTo>
                    <a:pt x="234" y="130"/>
                  </a:lnTo>
                  <a:lnTo>
                    <a:pt x="238" y="136"/>
                  </a:lnTo>
                  <a:lnTo>
                    <a:pt x="241" y="144"/>
                  </a:lnTo>
                  <a:lnTo>
                    <a:pt x="242" y="151"/>
                  </a:lnTo>
                  <a:lnTo>
                    <a:pt x="243" y="159"/>
                  </a:lnTo>
                  <a:lnTo>
                    <a:pt x="244" y="167"/>
                  </a:lnTo>
                  <a:lnTo>
                    <a:pt x="243" y="175"/>
                  </a:lnTo>
                  <a:lnTo>
                    <a:pt x="242" y="182"/>
                  </a:lnTo>
                  <a:lnTo>
                    <a:pt x="241" y="190"/>
                  </a:lnTo>
                  <a:lnTo>
                    <a:pt x="238" y="198"/>
                  </a:lnTo>
                  <a:lnTo>
                    <a:pt x="234" y="204"/>
                  </a:lnTo>
                  <a:lnTo>
                    <a:pt x="230" y="211"/>
                  </a:lnTo>
                  <a:lnTo>
                    <a:pt x="226" y="217"/>
                  </a:lnTo>
                  <a:lnTo>
                    <a:pt x="221" y="222"/>
                  </a:lnTo>
                  <a:lnTo>
                    <a:pt x="215" y="227"/>
                  </a:lnTo>
                  <a:lnTo>
                    <a:pt x="210" y="231"/>
                  </a:lnTo>
                  <a:lnTo>
                    <a:pt x="203" y="235"/>
                  </a:lnTo>
                  <a:lnTo>
                    <a:pt x="196" y="239"/>
                  </a:lnTo>
                  <a:lnTo>
                    <a:pt x="189" y="241"/>
                  </a:lnTo>
                  <a:lnTo>
                    <a:pt x="181" y="243"/>
                  </a:lnTo>
                  <a:lnTo>
                    <a:pt x="174" y="244"/>
                  </a:lnTo>
                  <a:lnTo>
                    <a:pt x="166" y="245"/>
                  </a:lnTo>
                  <a:close/>
                  <a:moveTo>
                    <a:pt x="306" y="204"/>
                  </a:moveTo>
                  <a:lnTo>
                    <a:pt x="302" y="202"/>
                  </a:lnTo>
                  <a:lnTo>
                    <a:pt x="301" y="199"/>
                  </a:lnTo>
                  <a:lnTo>
                    <a:pt x="300" y="195"/>
                  </a:lnTo>
                  <a:lnTo>
                    <a:pt x="300" y="191"/>
                  </a:lnTo>
                  <a:lnTo>
                    <a:pt x="302" y="180"/>
                  </a:lnTo>
                  <a:lnTo>
                    <a:pt x="302" y="167"/>
                  </a:lnTo>
                  <a:lnTo>
                    <a:pt x="302" y="154"/>
                  </a:lnTo>
                  <a:lnTo>
                    <a:pt x="300" y="142"/>
                  </a:lnTo>
                  <a:lnTo>
                    <a:pt x="300" y="139"/>
                  </a:lnTo>
                  <a:lnTo>
                    <a:pt x="301" y="135"/>
                  </a:lnTo>
                  <a:lnTo>
                    <a:pt x="302" y="132"/>
                  </a:lnTo>
                  <a:lnTo>
                    <a:pt x="306" y="130"/>
                  </a:lnTo>
                  <a:lnTo>
                    <a:pt x="332" y="114"/>
                  </a:lnTo>
                  <a:lnTo>
                    <a:pt x="293" y="50"/>
                  </a:lnTo>
                  <a:lnTo>
                    <a:pt x="269" y="64"/>
                  </a:lnTo>
                  <a:lnTo>
                    <a:pt x="265" y="65"/>
                  </a:lnTo>
                  <a:lnTo>
                    <a:pt x="261" y="65"/>
                  </a:lnTo>
                  <a:lnTo>
                    <a:pt x="257" y="65"/>
                  </a:lnTo>
                  <a:lnTo>
                    <a:pt x="255" y="63"/>
                  </a:lnTo>
                  <a:lnTo>
                    <a:pt x="251" y="59"/>
                  </a:lnTo>
                  <a:lnTo>
                    <a:pt x="242" y="53"/>
                  </a:lnTo>
                  <a:lnTo>
                    <a:pt x="233" y="45"/>
                  </a:lnTo>
                  <a:lnTo>
                    <a:pt x="224" y="40"/>
                  </a:lnTo>
                  <a:lnTo>
                    <a:pt x="215" y="35"/>
                  </a:lnTo>
                  <a:lnTo>
                    <a:pt x="211" y="33"/>
                  </a:lnTo>
                  <a:lnTo>
                    <a:pt x="208" y="31"/>
                  </a:lnTo>
                  <a:lnTo>
                    <a:pt x="207" y="27"/>
                  </a:lnTo>
                  <a:lnTo>
                    <a:pt x="207" y="24"/>
                  </a:lnTo>
                  <a:lnTo>
                    <a:pt x="207" y="0"/>
                  </a:lnTo>
                  <a:lnTo>
                    <a:pt x="135" y="0"/>
                  </a:lnTo>
                  <a:lnTo>
                    <a:pt x="135" y="24"/>
                  </a:lnTo>
                  <a:lnTo>
                    <a:pt x="134" y="27"/>
                  </a:lnTo>
                  <a:lnTo>
                    <a:pt x="133" y="31"/>
                  </a:lnTo>
                  <a:lnTo>
                    <a:pt x="130" y="33"/>
                  </a:lnTo>
                  <a:lnTo>
                    <a:pt x="126" y="35"/>
                  </a:lnTo>
                  <a:lnTo>
                    <a:pt x="113" y="41"/>
                  </a:lnTo>
                  <a:lnTo>
                    <a:pt x="101" y="47"/>
                  </a:lnTo>
                  <a:lnTo>
                    <a:pt x="88" y="55"/>
                  </a:lnTo>
                  <a:lnTo>
                    <a:pt x="77" y="63"/>
                  </a:lnTo>
                  <a:lnTo>
                    <a:pt x="75" y="65"/>
                  </a:lnTo>
                  <a:lnTo>
                    <a:pt x="71" y="65"/>
                  </a:lnTo>
                  <a:lnTo>
                    <a:pt x="67" y="65"/>
                  </a:lnTo>
                  <a:lnTo>
                    <a:pt x="63" y="64"/>
                  </a:lnTo>
                  <a:lnTo>
                    <a:pt x="38" y="50"/>
                  </a:lnTo>
                  <a:lnTo>
                    <a:pt x="0" y="114"/>
                  </a:lnTo>
                  <a:lnTo>
                    <a:pt x="26" y="130"/>
                  </a:lnTo>
                  <a:lnTo>
                    <a:pt x="29" y="132"/>
                  </a:lnTo>
                  <a:lnTo>
                    <a:pt x="31" y="135"/>
                  </a:lnTo>
                  <a:lnTo>
                    <a:pt x="33" y="139"/>
                  </a:lnTo>
                  <a:lnTo>
                    <a:pt x="31" y="142"/>
                  </a:lnTo>
                  <a:lnTo>
                    <a:pt x="30" y="154"/>
                  </a:lnTo>
                  <a:lnTo>
                    <a:pt x="30" y="167"/>
                  </a:lnTo>
                  <a:lnTo>
                    <a:pt x="30" y="178"/>
                  </a:lnTo>
                  <a:lnTo>
                    <a:pt x="31" y="191"/>
                  </a:lnTo>
                  <a:lnTo>
                    <a:pt x="33" y="195"/>
                  </a:lnTo>
                  <a:lnTo>
                    <a:pt x="31" y="199"/>
                  </a:lnTo>
                  <a:lnTo>
                    <a:pt x="29" y="202"/>
                  </a:lnTo>
                  <a:lnTo>
                    <a:pt x="26" y="204"/>
                  </a:lnTo>
                  <a:lnTo>
                    <a:pt x="0" y="220"/>
                  </a:lnTo>
                  <a:lnTo>
                    <a:pt x="38" y="284"/>
                  </a:lnTo>
                  <a:lnTo>
                    <a:pt x="63" y="270"/>
                  </a:lnTo>
                  <a:lnTo>
                    <a:pt x="67" y="268"/>
                  </a:lnTo>
                  <a:lnTo>
                    <a:pt x="71" y="267"/>
                  </a:lnTo>
                  <a:lnTo>
                    <a:pt x="75" y="268"/>
                  </a:lnTo>
                  <a:lnTo>
                    <a:pt x="77" y="271"/>
                  </a:lnTo>
                  <a:lnTo>
                    <a:pt x="89" y="279"/>
                  </a:lnTo>
                  <a:lnTo>
                    <a:pt x="106" y="286"/>
                  </a:lnTo>
                  <a:lnTo>
                    <a:pt x="124" y="295"/>
                  </a:lnTo>
                  <a:lnTo>
                    <a:pt x="139" y="300"/>
                  </a:lnTo>
                  <a:lnTo>
                    <a:pt x="142" y="303"/>
                  </a:lnTo>
                  <a:lnTo>
                    <a:pt x="144" y="306"/>
                  </a:lnTo>
                  <a:lnTo>
                    <a:pt x="146" y="308"/>
                  </a:lnTo>
                  <a:lnTo>
                    <a:pt x="147" y="312"/>
                  </a:lnTo>
                  <a:lnTo>
                    <a:pt x="147" y="336"/>
                  </a:lnTo>
                  <a:lnTo>
                    <a:pt x="207" y="336"/>
                  </a:lnTo>
                  <a:lnTo>
                    <a:pt x="207" y="312"/>
                  </a:lnTo>
                  <a:lnTo>
                    <a:pt x="207" y="308"/>
                  </a:lnTo>
                  <a:lnTo>
                    <a:pt x="208" y="306"/>
                  </a:lnTo>
                  <a:lnTo>
                    <a:pt x="211" y="303"/>
                  </a:lnTo>
                  <a:lnTo>
                    <a:pt x="215" y="300"/>
                  </a:lnTo>
                  <a:lnTo>
                    <a:pt x="223" y="297"/>
                  </a:lnTo>
                  <a:lnTo>
                    <a:pt x="230" y="291"/>
                  </a:lnTo>
                  <a:lnTo>
                    <a:pt x="238" y="285"/>
                  </a:lnTo>
                  <a:lnTo>
                    <a:pt x="246" y="279"/>
                  </a:lnTo>
                  <a:lnTo>
                    <a:pt x="250" y="275"/>
                  </a:lnTo>
                  <a:lnTo>
                    <a:pt x="255" y="271"/>
                  </a:lnTo>
                  <a:lnTo>
                    <a:pt x="257" y="268"/>
                  </a:lnTo>
                  <a:lnTo>
                    <a:pt x="261" y="267"/>
                  </a:lnTo>
                  <a:lnTo>
                    <a:pt x="265" y="268"/>
                  </a:lnTo>
                  <a:lnTo>
                    <a:pt x="269" y="270"/>
                  </a:lnTo>
                  <a:lnTo>
                    <a:pt x="295" y="284"/>
                  </a:lnTo>
                  <a:lnTo>
                    <a:pt x="332" y="220"/>
                  </a:lnTo>
                  <a:lnTo>
                    <a:pt x="306"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grpSp>
      <p:grpSp>
        <p:nvGrpSpPr>
          <p:cNvPr id="39" name="Grupo 38" descr="Icono de engranajes. ">
            <a:extLst>
              <a:ext uri="{FF2B5EF4-FFF2-40B4-BE49-F238E27FC236}">
                <a16:creationId xmlns:a16="http://schemas.microsoft.com/office/drawing/2014/main" id="{5BC0E3F0-447D-4721-AB1F-C8243BA36671}"/>
              </a:ext>
            </a:extLst>
          </p:cNvPr>
          <p:cNvGrpSpPr/>
          <p:nvPr/>
        </p:nvGrpSpPr>
        <p:grpSpPr>
          <a:xfrm>
            <a:off x="4717582" y="5353558"/>
            <a:ext cx="343837" cy="343837"/>
            <a:chOff x="7613650" y="1387475"/>
            <a:chExt cx="284163" cy="284163"/>
          </a:xfrm>
          <a:solidFill>
            <a:schemeClr val="bg1"/>
          </a:solidFill>
        </p:grpSpPr>
        <p:sp>
          <p:nvSpPr>
            <p:cNvPr id="40" name="Forma libre 4359">
              <a:extLst>
                <a:ext uri="{FF2B5EF4-FFF2-40B4-BE49-F238E27FC236}">
                  <a16:creationId xmlns:a16="http://schemas.microsoft.com/office/drawing/2014/main" id="{351831F3-9830-4A23-8B34-11A3FCCA027E}"/>
                </a:ext>
              </a:extLst>
            </p:cNvPr>
            <p:cNvSpPr>
              <a:spLocks noEditPoints="1"/>
            </p:cNvSpPr>
            <p:nvPr/>
          </p:nvSpPr>
          <p:spPr bwMode="auto">
            <a:xfrm>
              <a:off x="7613650" y="1471613"/>
              <a:ext cx="200025" cy="200025"/>
            </a:xfrm>
            <a:custGeom>
              <a:avLst/>
              <a:gdLst>
                <a:gd name="T0" fmla="*/ 276 w 629"/>
                <a:gd name="T1" fmla="*/ 436 h 629"/>
                <a:gd name="T2" fmla="*/ 233 w 629"/>
                <a:gd name="T3" fmla="*/ 411 h 629"/>
                <a:gd name="T4" fmla="*/ 202 w 629"/>
                <a:gd name="T5" fmla="*/ 374 h 629"/>
                <a:gd name="T6" fmla="*/ 187 w 629"/>
                <a:gd name="T7" fmla="*/ 325 h 629"/>
                <a:gd name="T8" fmla="*/ 192 w 629"/>
                <a:gd name="T9" fmla="*/ 274 h 629"/>
                <a:gd name="T10" fmla="*/ 216 w 629"/>
                <a:gd name="T11" fmla="*/ 231 h 629"/>
                <a:gd name="T12" fmla="*/ 253 w 629"/>
                <a:gd name="T13" fmla="*/ 199 h 629"/>
                <a:gd name="T14" fmla="*/ 301 w 629"/>
                <a:gd name="T15" fmla="*/ 184 h 629"/>
                <a:gd name="T16" fmla="*/ 352 w 629"/>
                <a:gd name="T17" fmla="*/ 190 h 629"/>
                <a:gd name="T18" fmla="*/ 395 w 629"/>
                <a:gd name="T19" fmla="*/ 213 h 629"/>
                <a:gd name="T20" fmla="*/ 426 w 629"/>
                <a:gd name="T21" fmla="*/ 252 h 629"/>
                <a:gd name="T22" fmla="*/ 441 w 629"/>
                <a:gd name="T23" fmla="*/ 300 h 629"/>
                <a:gd name="T24" fmla="*/ 436 w 629"/>
                <a:gd name="T25" fmla="*/ 350 h 629"/>
                <a:gd name="T26" fmla="*/ 413 w 629"/>
                <a:gd name="T27" fmla="*/ 394 h 629"/>
                <a:gd name="T28" fmla="*/ 375 w 629"/>
                <a:gd name="T29" fmla="*/ 425 h 629"/>
                <a:gd name="T30" fmla="*/ 327 w 629"/>
                <a:gd name="T31" fmla="*/ 440 h 629"/>
                <a:gd name="T32" fmla="*/ 572 w 629"/>
                <a:gd name="T33" fmla="*/ 346 h 629"/>
                <a:gd name="T34" fmla="*/ 574 w 629"/>
                <a:gd name="T35" fmla="*/ 302 h 629"/>
                <a:gd name="T36" fmla="*/ 620 w 629"/>
                <a:gd name="T37" fmla="*/ 241 h 629"/>
                <a:gd name="T38" fmla="*/ 628 w 629"/>
                <a:gd name="T39" fmla="*/ 231 h 629"/>
                <a:gd name="T40" fmla="*/ 625 w 629"/>
                <a:gd name="T41" fmla="*/ 219 h 629"/>
                <a:gd name="T42" fmla="*/ 544 w 629"/>
                <a:gd name="T43" fmla="*/ 84 h 629"/>
                <a:gd name="T44" fmla="*/ 532 w 629"/>
                <a:gd name="T45" fmla="*/ 83 h 629"/>
                <a:gd name="T46" fmla="*/ 447 w 629"/>
                <a:gd name="T47" fmla="*/ 88 h 629"/>
                <a:gd name="T48" fmla="*/ 407 w 629"/>
                <a:gd name="T49" fmla="*/ 69 h 629"/>
                <a:gd name="T50" fmla="*/ 404 w 629"/>
                <a:gd name="T51" fmla="*/ 7 h 629"/>
                <a:gd name="T52" fmla="*/ 395 w 629"/>
                <a:gd name="T53" fmla="*/ 0 h 629"/>
                <a:gd name="T54" fmla="*/ 235 w 629"/>
                <a:gd name="T55" fmla="*/ 1 h 629"/>
                <a:gd name="T56" fmla="*/ 227 w 629"/>
                <a:gd name="T57" fmla="*/ 10 h 629"/>
                <a:gd name="T58" fmla="*/ 216 w 629"/>
                <a:gd name="T59" fmla="*/ 72 h 629"/>
                <a:gd name="T60" fmla="*/ 177 w 629"/>
                <a:gd name="T61" fmla="*/ 91 h 629"/>
                <a:gd name="T62" fmla="*/ 98 w 629"/>
                <a:gd name="T63" fmla="*/ 84 h 629"/>
                <a:gd name="T64" fmla="*/ 87 w 629"/>
                <a:gd name="T65" fmla="*/ 83 h 629"/>
                <a:gd name="T66" fmla="*/ 78 w 629"/>
                <a:gd name="T67" fmla="*/ 90 h 629"/>
                <a:gd name="T68" fmla="*/ 1 w 629"/>
                <a:gd name="T69" fmla="*/ 228 h 629"/>
                <a:gd name="T70" fmla="*/ 57 w 629"/>
                <a:gd name="T71" fmla="*/ 269 h 629"/>
                <a:gd name="T72" fmla="*/ 54 w 629"/>
                <a:gd name="T73" fmla="*/ 313 h 629"/>
                <a:gd name="T74" fmla="*/ 57 w 629"/>
                <a:gd name="T75" fmla="*/ 355 h 629"/>
                <a:gd name="T76" fmla="*/ 2 w 629"/>
                <a:gd name="T77" fmla="*/ 391 h 629"/>
                <a:gd name="T78" fmla="*/ 1 w 629"/>
                <a:gd name="T79" fmla="*/ 402 h 629"/>
                <a:gd name="T80" fmla="*/ 86 w 629"/>
                <a:gd name="T81" fmla="*/ 543 h 629"/>
                <a:gd name="T82" fmla="*/ 98 w 629"/>
                <a:gd name="T83" fmla="*/ 542 h 629"/>
                <a:gd name="T84" fmla="*/ 177 w 629"/>
                <a:gd name="T85" fmla="*/ 533 h 629"/>
                <a:gd name="T86" fmla="*/ 216 w 629"/>
                <a:gd name="T87" fmla="*/ 552 h 629"/>
                <a:gd name="T88" fmla="*/ 227 w 629"/>
                <a:gd name="T89" fmla="*/ 620 h 629"/>
                <a:gd name="T90" fmla="*/ 235 w 629"/>
                <a:gd name="T91" fmla="*/ 628 h 629"/>
                <a:gd name="T92" fmla="*/ 395 w 629"/>
                <a:gd name="T93" fmla="*/ 629 h 629"/>
                <a:gd name="T94" fmla="*/ 404 w 629"/>
                <a:gd name="T95" fmla="*/ 623 h 629"/>
                <a:gd name="T96" fmla="*/ 407 w 629"/>
                <a:gd name="T97" fmla="*/ 556 h 629"/>
                <a:gd name="T98" fmla="*/ 447 w 629"/>
                <a:gd name="T99" fmla="*/ 538 h 629"/>
                <a:gd name="T100" fmla="*/ 533 w 629"/>
                <a:gd name="T101" fmla="*/ 543 h 629"/>
                <a:gd name="T102" fmla="*/ 545 w 629"/>
                <a:gd name="T103" fmla="*/ 543 h 629"/>
                <a:gd name="T104" fmla="*/ 627 w 629"/>
                <a:gd name="T105" fmla="*/ 405 h 629"/>
                <a:gd name="T106" fmla="*/ 628 w 629"/>
                <a:gd name="T107" fmla="*/ 394 h 629"/>
                <a:gd name="T108" fmla="*/ 621 w 629"/>
                <a:gd name="T109" fmla="*/ 385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29" h="629">
                  <a:moveTo>
                    <a:pt x="314" y="441"/>
                  </a:moveTo>
                  <a:lnTo>
                    <a:pt x="301" y="440"/>
                  </a:lnTo>
                  <a:lnTo>
                    <a:pt x="288" y="439"/>
                  </a:lnTo>
                  <a:lnTo>
                    <a:pt x="276" y="436"/>
                  </a:lnTo>
                  <a:lnTo>
                    <a:pt x="264" y="430"/>
                  </a:lnTo>
                  <a:lnTo>
                    <a:pt x="253" y="425"/>
                  </a:lnTo>
                  <a:lnTo>
                    <a:pt x="242" y="418"/>
                  </a:lnTo>
                  <a:lnTo>
                    <a:pt x="233" y="411"/>
                  </a:lnTo>
                  <a:lnTo>
                    <a:pt x="223" y="404"/>
                  </a:lnTo>
                  <a:lnTo>
                    <a:pt x="216" y="394"/>
                  </a:lnTo>
                  <a:lnTo>
                    <a:pt x="208" y="384"/>
                  </a:lnTo>
                  <a:lnTo>
                    <a:pt x="202" y="374"/>
                  </a:lnTo>
                  <a:lnTo>
                    <a:pt x="196" y="362"/>
                  </a:lnTo>
                  <a:lnTo>
                    <a:pt x="192" y="350"/>
                  </a:lnTo>
                  <a:lnTo>
                    <a:pt x="189" y="338"/>
                  </a:lnTo>
                  <a:lnTo>
                    <a:pt x="187" y="325"/>
                  </a:lnTo>
                  <a:lnTo>
                    <a:pt x="186" y="313"/>
                  </a:lnTo>
                  <a:lnTo>
                    <a:pt x="187" y="300"/>
                  </a:lnTo>
                  <a:lnTo>
                    <a:pt x="189" y="287"/>
                  </a:lnTo>
                  <a:lnTo>
                    <a:pt x="192" y="274"/>
                  </a:lnTo>
                  <a:lnTo>
                    <a:pt x="196" y="262"/>
                  </a:lnTo>
                  <a:lnTo>
                    <a:pt x="202" y="252"/>
                  </a:lnTo>
                  <a:lnTo>
                    <a:pt x="208" y="241"/>
                  </a:lnTo>
                  <a:lnTo>
                    <a:pt x="216" y="231"/>
                  </a:lnTo>
                  <a:lnTo>
                    <a:pt x="223" y="222"/>
                  </a:lnTo>
                  <a:lnTo>
                    <a:pt x="233" y="213"/>
                  </a:lnTo>
                  <a:lnTo>
                    <a:pt x="242" y="206"/>
                  </a:lnTo>
                  <a:lnTo>
                    <a:pt x="253" y="199"/>
                  </a:lnTo>
                  <a:lnTo>
                    <a:pt x="264" y="194"/>
                  </a:lnTo>
                  <a:lnTo>
                    <a:pt x="276" y="190"/>
                  </a:lnTo>
                  <a:lnTo>
                    <a:pt x="288" y="186"/>
                  </a:lnTo>
                  <a:lnTo>
                    <a:pt x="301" y="184"/>
                  </a:lnTo>
                  <a:lnTo>
                    <a:pt x="314" y="184"/>
                  </a:lnTo>
                  <a:lnTo>
                    <a:pt x="327" y="184"/>
                  </a:lnTo>
                  <a:lnTo>
                    <a:pt x="340" y="186"/>
                  </a:lnTo>
                  <a:lnTo>
                    <a:pt x="352" y="190"/>
                  </a:lnTo>
                  <a:lnTo>
                    <a:pt x="363" y="194"/>
                  </a:lnTo>
                  <a:lnTo>
                    <a:pt x="375" y="199"/>
                  </a:lnTo>
                  <a:lnTo>
                    <a:pt x="386" y="206"/>
                  </a:lnTo>
                  <a:lnTo>
                    <a:pt x="395" y="213"/>
                  </a:lnTo>
                  <a:lnTo>
                    <a:pt x="404" y="222"/>
                  </a:lnTo>
                  <a:lnTo>
                    <a:pt x="413" y="231"/>
                  </a:lnTo>
                  <a:lnTo>
                    <a:pt x="420" y="241"/>
                  </a:lnTo>
                  <a:lnTo>
                    <a:pt x="426" y="252"/>
                  </a:lnTo>
                  <a:lnTo>
                    <a:pt x="432" y="262"/>
                  </a:lnTo>
                  <a:lnTo>
                    <a:pt x="436" y="274"/>
                  </a:lnTo>
                  <a:lnTo>
                    <a:pt x="439" y="287"/>
                  </a:lnTo>
                  <a:lnTo>
                    <a:pt x="441" y="300"/>
                  </a:lnTo>
                  <a:lnTo>
                    <a:pt x="443" y="313"/>
                  </a:lnTo>
                  <a:lnTo>
                    <a:pt x="441" y="325"/>
                  </a:lnTo>
                  <a:lnTo>
                    <a:pt x="439" y="338"/>
                  </a:lnTo>
                  <a:lnTo>
                    <a:pt x="436" y="350"/>
                  </a:lnTo>
                  <a:lnTo>
                    <a:pt x="432" y="362"/>
                  </a:lnTo>
                  <a:lnTo>
                    <a:pt x="426" y="374"/>
                  </a:lnTo>
                  <a:lnTo>
                    <a:pt x="420" y="384"/>
                  </a:lnTo>
                  <a:lnTo>
                    <a:pt x="413" y="394"/>
                  </a:lnTo>
                  <a:lnTo>
                    <a:pt x="404" y="404"/>
                  </a:lnTo>
                  <a:lnTo>
                    <a:pt x="395" y="411"/>
                  </a:lnTo>
                  <a:lnTo>
                    <a:pt x="386" y="418"/>
                  </a:lnTo>
                  <a:lnTo>
                    <a:pt x="375" y="425"/>
                  </a:lnTo>
                  <a:lnTo>
                    <a:pt x="363" y="430"/>
                  </a:lnTo>
                  <a:lnTo>
                    <a:pt x="352" y="436"/>
                  </a:lnTo>
                  <a:lnTo>
                    <a:pt x="340" y="439"/>
                  </a:lnTo>
                  <a:lnTo>
                    <a:pt x="327" y="440"/>
                  </a:lnTo>
                  <a:lnTo>
                    <a:pt x="314" y="441"/>
                  </a:lnTo>
                  <a:close/>
                  <a:moveTo>
                    <a:pt x="621" y="385"/>
                  </a:moveTo>
                  <a:lnTo>
                    <a:pt x="571" y="355"/>
                  </a:lnTo>
                  <a:lnTo>
                    <a:pt x="572" y="346"/>
                  </a:lnTo>
                  <a:lnTo>
                    <a:pt x="573" y="335"/>
                  </a:lnTo>
                  <a:lnTo>
                    <a:pt x="574" y="323"/>
                  </a:lnTo>
                  <a:lnTo>
                    <a:pt x="574" y="313"/>
                  </a:lnTo>
                  <a:lnTo>
                    <a:pt x="574" y="302"/>
                  </a:lnTo>
                  <a:lnTo>
                    <a:pt x="573" y="291"/>
                  </a:lnTo>
                  <a:lnTo>
                    <a:pt x="572" y="280"/>
                  </a:lnTo>
                  <a:lnTo>
                    <a:pt x="570" y="269"/>
                  </a:lnTo>
                  <a:lnTo>
                    <a:pt x="620" y="241"/>
                  </a:lnTo>
                  <a:lnTo>
                    <a:pt x="623" y="239"/>
                  </a:lnTo>
                  <a:lnTo>
                    <a:pt x="624" y="237"/>
                  </a:lnTo>
                  <a:lnTo>
                    <a:pt x="627" y="234"/>
                  </a:lnTo>
                  <a:lnTo>
                    <a:pt x="628" y="231"/>
                  </a:lnTo>
                  <a:lnTo>
                    <a:pt x="628" y="228"/>
                  </a:lnTo>
                  <a:lnTo>
                    <a:pt x="628" y="226"/>
                  </a:lnTo>
                  <a:lnTo>
                    <a:pt x="628" y="223"/>
                  </a:lnTo>
                  <a:lnTo>
                    <a:pt x="625" y="219"/>
                  </a:lnTo>
                  <a:lnTo>
                    <a:pt x="551" y="90"/>
                  </a:lnTo>
                  <a:lnTo>
                    <a:pt x="548" y="87"/>
                  </a:lnTo>
                  <a:lnTo>
                    <a:pt x="546" y="85"/>
                  </a:lnTo>
                  <a:lnTo>
                    <a:pt x="544" y="84"/>
                  </a:lnTo>
                  <a:lnTo>
                    <a:pt x="541" y="83"/>
                  </a:lnTo>
                  <a:lnTo>
                    <a:pt x="539" y="81"/>
                  </a:lnTo>
                  <a:lnTo>
                    <a:pt x="536" y="81"/>
                  </a:lnTo>
                  <a:lnTo>
                    <a:pt x="532" y="83"/>
                  </a:lnTo>
                  <a:lnTo>
                    <a:pt x="530" y="84"/>
                  </a:lnTo>
                  <a:lnTo>
                    <a:pt x="481" y="113"/>
                  </a:lnTo>
                  <a:lnTo>
                    <a:pt x="465" y="99"/>
                  </a:lnTo>
                  <a:lnTo>
                    <a:pt x="447" y="88"/>
                  </a:lnTo>
                  <a:lnTo>
                    <a:pt x="438" y="83"/>
                  </a:lnTo>
                  <a:lnTo>
                    <a:pt x="429" y="77"/>
                  </a:lnTo>
                  <a:lnTo>
                    <a:pt x="418" y="73"/>
                  </a:lnTo>
                  <a:lnTo>
                    <a:pt x="407" y="69"/>
                  </a:lnTo>
                  <a:lnTo>
                    <a:pt x="407" y="15"/>
                  </a:lnTo>
                  <a:lnTo>
                    <a:pt x="407" y="12"/>
                  </a:lnTo>
                  <a:lnTo>
                    <a:pt x="406" y="10"/>
                  </a:lnTo>
                  <a:lnTo>
                    <a:pt x="404" y="7"/>
                  </a:lnTo>
                  <a:lnTo>
                    <a:pt x="403" y="4"/>
                  </a:lnTo>
                  <a:lnTo>
                    <a:pt x="401" y="2"/>
                  </a:lnTo>
                  <a:lnTo>
                    <a:pt x="398" y="1"/>
                  </a:lnTo>
                  <a:lnTo>
                    <a:pt x="395" y="0"/>
                  </a:lnTo>
                  <a:lnTo>
                    <a:pt x="392" y="0"/>
                  </a:lnTo>
                  <a:lnTo>
                    <a:pt x="241" y="0"/>
                  </a:lnTo>
                  <a:lnTo>
                    <a:pt x="238" y="0"/>
                  </a:lnTo>
                  <a:lnTo>
                    <a:pt x="235" y="1"/>
                  </a:lnTo>
                  <a:lnTo>
                    <a:pt x="233" y="2"/>
                  </a:lnTo>
                  <a:lnTo>
                    <a:pt x="231" y="4"/>
                  </a:lnTo>
                  <a:lnTo>
                    <a:pt x="229" y="7"/>
                  </a:lnTo>
                  <a:lnTo>
                    <a:pt x="227" y="10"/>
                  </a:lnTo>
                  <a:lnTo>
                    <a:pt x="226" y="12"/>
                  </a:lnTo>
                  <a:lnTo>
                    <a:pt x="226" y="15"/>
                  </a:lnTo>
                  <a:lnTo>
                    <a:pt x="226" y="69"/>
                  </a:lnTo>
                  <a:lnTo>
                    <a:pt x="216" y="72"/>
                  </a:lnTo>
                  <a:lnTo>
                    <a:pt x="206" y="76"/>
                  </a:lnTo>
                  <a:lnTo>
                    <a:pt x="196" y="80"/>
                  </a:lnTo>
                  <a:lnTo>
                    <a:pt x="187" y="86"/>
                  </a:lnTo>
                  <a:lnTo>
                    <a:pt x="177" y="91"/>
                  </a:lnTo>
                  <a:lnTo>
                    <a:pt x="168" y="98"/>
                  </a:lnTo>
                  <a:lnTo>
                    <a:pt x="159" y="105"/>
                  </a:lnTo>
                  <a:lnTo>
                    <a:pt x="149" y="113"/>
                  </a:lnTo>
                  <a:lnTo>
                    <a:pt x="98" y="84"/>
                  </a:lnTo>
                  <a:lnTo>
                    <a:pt x="96" y="83"/>
                  </a:lnTo>
                  <a:lnTo>
                    <a:pt x="93" y="81"/>
                  </a:lnTo>
                  <a:lnTo>
                    <a:pt x="90" y="81"/>
                  </a:lnTo>
                  <a:lnTo>
                    <a:pt x="87" y="83"/>
                  </a:lnTo>
                  <a:lnTo>
                    <a:pt x="84" y="84"/>
                  </a:lnTo>
                  <a:lnTo>
                    <a:pt x="82" y="85"/>
                  </a:lnTo>
                  <a:lnTo>
                    <a:pt x="80" y="87"/>
                  </a:lnTo>
                  <a:lnTo>
                    <a:pt x="78" y="90"/>
                  </a:lnTo>
                  <a:lnTo>
                    <a:pt x="3" y="219"/>
                  </a:lnTo>
                  <a:lnTo>
                    <a:pt x="1" y="222"/>
                  </a:lnTo>
                  <a:lnTo>
                    <a:pt x="1" y="225"/>
                  </a:lnTo>
                  <a:lnTo>
                    <a:pt x="1" y="228"/>
                  </a:lnTo>
                  <a:lnTo>
                    <a:pt x="1" y="230"/>
                  </a:lnTo>
                  <a:lnTo>
                    <a:pt x="4" y="236"/>
                  </a:lnTo>
                  <a:lnTo>
                    <a:pt x="8" y="241"/>
                  </a:lnTo>
                  <a:lnTo>
                    <a:pt x="57" y="269"/>
                  </a:lnTo>
                  <a:lnTo>
                    <a:pt x="56" y="280"/>
                  </a:lnTo>
                  <a:lnTo>
                    <a:pt x="55" y="291"/>
                  </a:lnTo>
                  <a:lnTo>
                    <a:pt x="54" y="302"/>
                  </a:lnTo>
                  <a:lnTo>
                    <a:pt x="54" y="313"/>
                  </a:lnTo>
                  <a:lnTo>
                    <a:pt x="54" y="323"/>
                  </a:lnTo>
                  <a:lnTo>
                    <a:pt x="55" y="335"/>
                  </a:lnTo>
                  <a:lnTo>
                    <a:pt x="56" y="346"/>
                  </a:lnTo>
                  <a:lnTo>
                    <a:pt x="57" y="355"/>
                  </a:lnTo>
                  <a:lnTo>
                    <a:pt x="7" y="385"/>
                  </a:lnTo>
                  <a:lnTo>
                    <a:pt x="5" y="387"/>
                  </a:lnTo>
                  <a:lnTo>
                    <a:pt x="3" y="389"/>
                  </a:lnTo>
                  <a:lnTo>
                    <a:pt x="2" y="391"/>
                  </a:lnTo>
                  <a:lnTo>
                    <a:pt x="1" y="394"/>
                  </a:lnTo>
                  <a:lnTo>
                    <a:pt x="0" y="396"/>
                  </a:lnTo>
                  <a:lnTo>
                    <a:pt x="1" y="399"/>
                  </a:lnTo>
                  <a:lnTo>
                    <a:pt x="1" y="402"/>
                  </a:lnTo>
                  <a:lnTo>
                    <a:pt x="2" y="405"/>
                  </a:lnTo>
                  <a:lnTo>
                    <a:pt x="78" y="536"/>
                  </a:lnTo>
                  <a:lnTo>
                    <a:pt x="81" y="540"/>
                  </a:lnTo>
                  <a:lnTo>
                    <a:pt x="86" y="543"/>
                  </a:lnTo>
                  <a:lnTo>
                    <a:pt x="89" y="544"/>
                  </a:lnTo>
                  <a:lnTo>
                    <a:pt x="93" y="544"/>
                  </a:lnTo>
                  <a:lnTo>
                    <a:pt x="95" y="543"/>
                  </a:lnTo>
                  <a:lnTo>
                    <a:pt x="98" y="542"/>
                  </a:lnTo>
                  <a:lnTo>
                    <a:pt x="149" y="513"/>
                  </a:lnTo>
                  <a:lnTo>
                    <a:pt x="159" y="520"/>
                  </a:lnTo>
                  <a:lnTo>
                    <a:pt x="168" y="527"/>
                  </a:lnTo>
                  <a:lnTo>
                    <a:pt x="177" y="533"/>
                  </a:lnTo>
                  <a:lnTo>
                    <a:pt x="187" y="539"/>
                  </a:lnTo>
                  <a:lnTo>
                    <a:pt x="196" y="544"/>
                  </a:lnTo>
                  <a:lnTo>
                    <a:pt x="206" y="549"/>
                  </a:lnTo>
                  <a:lnTo>
                    <a:pt x="216" y="552"/>
                  </a:lnTo>
                  <a:lnTo>
                    <a:pt x="226" y="556"/>
                  </a:lnTo>
                  <a:lnTo>
                    <a:pt x="226" y="614"/>
                  </a:lnTo>
                  <a:lnTo>
                    <a:pt x="226" y="617"/>
                  </a:lnTo>
                  <a:lnTo>
                    <a:pt x="227" y="620"/>
                  </a:lnTo>
                  <a:lnTo>
                    <a:pt x="229" y="623"/>
                  </a:lnTo>
                  <a:lnTo>
                    <a:pt x="231" y="625"/>
                  </a:lnTo>
                  <a:lnTo>
                    <a:pt x="233" y="627"/>
                  </a:lnTo>
                  <a:lnTo>
                    <a:pt x="235" y="628"/>
                  </a:lnTo>
                  <a:lnTo>
                    <a:pt x="238" y="629"/>
                  </a:lnTo>
                  <a:lnTo>
                    <a:pt x="241" y="629"/>
                  </a:lnTo>
                  <a:lnTo>
                    <a:pt x="392" y="629"/>
                  </a:lnTo>
                  <a:lnTo>
                    <a:pt x="395" y="629"/>
                  </a:lnTo>
                  <a:lnTo>
                    <a:pt x="398" y="628"/>
                  </a:lnTo>
                  <a:lnTo>
                    <a:pt x="401" y="627"/>
                  </a:lnTo>
                  <a:lnTo>
                    <a:pt x="403" y="625"/>
                  </a:lnTo>
                  <a:lnTo>
                    <a:pt x="404" y="623"/>
                  </a:lnTo>
                  <a:lnTo>
                    <a:pt x="406" y="620"/>
                  </a:lnTo>
                  <a:lnTo>
                    <a:pt x="407" y="617"/>
                  </a:lnTo>
                  <a:lnTo>
                    <a:pt x="407" y="614"/>
                  </a:lnTo>
                  <a:lnTo>
                    <a:pt x="407" y="556"/>
                  </a:lnTo>
                  <a:lnTo>
                    <a:pt x="418" y="552"/>
                  </a:lnTo>
                  <a:lnTo>
                    <a:pt x="429" y="548"/>
                  </a:lnTo>
                  <a:lnTo>
                    <a:pt x="438" y="544"/>
                  </a:lnTo>
                  <a:lnTo>
                    <a:pt x="447" y="538"/>
                  </a:lnTo>
                  <a:lnTo>
                    <a:pt x="465" y="527"/>
                  </a:lnTo>
                  <a:lnTo>
                    <a:pt x="481" y="513"/>
                  </a:lnTo>
                  <a:lnTo>
                    <a:pt x="530" y="542"/>
                  </a:lnTo>
                  <a:lnTo>
                    <a:pt x="533" y="543"/>
                  </a:lnTo>
                  <a:lnTo>
                    <a:pt x="537" y="544"/>
                  </a:lnTo>
                  <a:lnTo>
                    <a:pt x="539" y="544"/>
                  </a:lnTo>
                  <a:lnTo>
                    <a:pt x="542" y="543"/>
                  </a:lnTo>
                  <a:lnTo>
                    <a:pt x="545" y="543"/>
                  </a:lnTo>
                  <a:lnTo>
                    <a:pt x="547" y="540"/>
                  </a:lnTo>
                  <a:lnTo>
                    <a:pt x="550" y="539"/>
                  </a:lnTo>
                  <a:lnTo>
                    <a:pt x="552" y="536"/>
                  </a:lnTo>
                  <a:lnTo>
                    <a:pt x="627" y="405"/>
                  </a:lnTo>
                  <a:lnTo>
                    <a:pt x="628" y="402"/>
                  </a:lnTo>
                  <a:lnTo>
                    <a:pt x="628" y="399"/>
                  </a:lnTo>
                  <a:lnTo>
                    <a:pt x="629" y="396"/>
                  </a:lnTo>
                  <a:lnTo>
                    <a:pt x="628" y="394"/>
                  </a:lnTo>
                  <a:lnTo>
                    <a:pt x="627" y="391"/>
                  </a:lnTo>
                  <a:lnTo>
                    <a:pt x="625" y="389"/>
                  </a:lnTo>
                  <a:lnTo>
                    <a:pt x="623" y="387"/>
                  </a:lnTo>
                  <a:lnTo>
                    <a:pt x="621"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41" name="Forma libre 4360">
              <a:extLst>
                <a:ext uri="{FF2B5EF4-FFF2-40B4-BE49-F238E27FC236}">
                  <a16:creationId xmlns:a16="http://schemas.microsoft.com/office/drawing/2014/main" id="{CDB8F87B-81A2-480F-ADA8-BFB5FD890ACD}"/>
                </a:ext>
              </a:extLst>
            </p:cNvPr>
            <p:cNvSpPr>
              <a:spLocks noEditPoints="1"/>
            </p:cNvSpPr>
            <p:nvPr/>
          </p:nvSpPr>
          <p:spPr bwMode="auto">
            <a:xfrm>
              <a:off x="7781925" y="1387475"/>
              <a:ext cx="115888" cy="117475"/>
            </a:xfrm>
            <a:custGeom>
              <a:avLst/>
              <a:gdLst>
                <a:gd name="T0" fmla="*/ 160 w 362"/>
                <a:gd name="T1" fmla="*/ 252 h 369"/>
                <a:gd name="T2" fmla="*/ 135 w 362"/>
                <a:gd name="T3" fmla="*/ 238 h 369"/>
                <a:gd name="T4" fmla="*/ 118 w 362"/>
                <a:gd name="T5" fmla="*/ 218 h 369"/>
                <a:gd name="T6" fmla="*/ 109 w 362"/>
                <a:gd name="T7" fmla="*/ 190 h 369"/>
                <a:gd name="T8" fmla="*/ 113 w 362"/>
                <a:gd name="T9" fmla="*/ 162 h 369"/>
                <a:gd name="T10" fmla="*/ 125 w 362"/>
                <a:gd name="T11" fmla="*/ 138 h 369"/>
                <a:gd name="T12" fmla="*/ 147 w 362"/>
                <a:gd name="T13" fmla="*/ 121 h 369"/>
                <a:gd name="T14" fmla="*/ 174 w 362"/>
                <a:gd name="T15" fmla="*/ 112 h 369"/>
                <a:gd name="T16" fmla="*/ 202 w 362"/>
                <a:gd name="T17" fmla="*/ 114 h 369"/>
                <a:gd name="T18" fmla="*/ 226 w 362"/>
                <a:gd name="T19" fmla="*/ 128 h 369"/>
                <a:gd name="T20" fmla="*/ 244 w 362"/>
                <a:gd name="T21" fmla="*/ 149 h 369"/>
                <a:gd name="T22" fmla="*/ 252 w 362"/>
                <a:gd name="T23" fmla="*/ 176 h 369"/>
                <a:gd name="T24" fmla="*/ 250 w 362"/>
                <a:gd name="T25" fmla="*/ 205 h 369"/>
                <a:gd name="T26" fmla="*/ 236 w 362"/>
                <a:gd name="T27" fmla="*/ 229 h 369"/>
                <a:gd name="T28" fmla="*/ 215 w 362"/>
                <a:gd name="T29" fmla="*/ 247 h 369"/>
                <a:gd name="T30" fmla="*/ 189 w 362"/>
                <a:gd name="T31" fmla="*/ 254 h 369"/>
                <a:gd name="T32" fmla="*/ 328 w 362"/>
                <a:gd name="T33" fmla="*/ 195 h 369"/>
                <a:gd name="T34" fmla="*/ 354 w 362"/>
                <a:gd name="T35" fmla="*/ 144 h 369"/>
                <a:gd name="T36" fmla="*/ 361 w 362"/>
                <a:gd name="T37" fmla="*/ 136 h 369"/>
                <a:gd name="T38" fmla="*/ 360 w 362"/>
                <a:gd name="T39" fmla="*/ 124 h 369"/>
                <a:gd name="T40" fmla="*/ 316 w 362"/>
                <a:gd name="T41" fmla="*/ 53 h 369"/>
                <a:gd name="T42" fmla="*/ 304 w 362"/>
                <a:gd name="T43" fmla="*/ 52 h 369"/>
                <a:gd name="T44" fmla="*/ 256 w 362"/>
                <a:gd name="T45" fmla="*/ 56 h 369"/>
                <a:gd name="T46" fmla="*/ 236 w 362"/>
                <a:gd name="T47" fmla="*/ 10 h 369"/>
                <a:gd name="T48" fmla="*/ 229 w 362"/>
                <a:gd name="T49" fmla="*/ 2 h 369"/>
                <a:gd name="T50" fmla="*/ 146 w 362"/>
                <a:gd name="T51" fmla="*/ 0 h 369"/>
                <a:gd name="T52" fmla="*/ 135 w 362"/>
                <a:gd name="T53" fmla="*/ 3 h 369"/>
                <a:gd name="T54" fmla="*/ 131 w 362"/>
                <a:gd name="T55" fmla="*/ 14 h 369"/>
                <a:gd name="T56" fmla="*/ 99 w 362"/>
                <a:gd name="T57" fmla="*/ 63 h 369"/>
                <a:gd name="T58" fmla="*/ 55 w 362"/>
                <a:gd name="T59" fmla="*/ 51 h 369"/>
                <a:gd name="T60" fmla="*/ 44 w 362"/>
                <a:gd name="T61" fmla="*/ 54 h 369"/>
                <a:gd name="T62" fmla="*/ 1 w 362"/>
                <a:gd name="T63" fmla="*/ 126 h 369"/>
                <a:gd name="T64" fmla="*/ 2 w 362"/>
                <a:gd name="T65" fmla="*/ 139 h 369"/>
                <a:gd name="T66" fmla="*/ 36 w 362"/>
                <a:gd name="T67" fmla="*/ 160 h 369"/>
                <a:gd name="T68" fmla="*/ 36 w 362"/>
                <a:gd name="T69" fmla="*/ 207 h 369"/>
                <a:gd name="T70" fmla="*/ 1 w 362"/>
                <a:gd name="T71" fmla="*/ 230 h 369"/>
                <a:gd name="T72" fmla="*/ 1 w 362"/>
                <a:gd name="T73" fmla="*/ 240 h 369"/>
                <a:gd name="T74" fmla="*/ 44 w 362"/>
                <a:gd name="T75" fmla="*/ 313 h 369"/>
                <a:gd name="T76" fmla="*/ 60 w 362"/>
                <a:gd name="T77" fmla="*/ 314 h 369"/>
                <a:gd name="T78" fmla="*/ 120 w 362"/>
                <a:gd name="T79" fmla="*/ 316 h 369"/>
                <a:gd name="T80" fmla="*/ 132 w 362"/>
                <a:gd name="T81" fmla="*/ 359 h 369"/>
                <a:gd name="T82" fmla="*/ 140 w 362"/>
                <a:gd name="T83" fmla="*/ 368 h 369"/>
                <a:gd name="T84" fmla="*/ 225 w 362"/>
                <a:gd name="T85" fmla="*/ 368 h 369"/>
                <a:gd name="T86" fmla="*/ 233 w 362"/>
                <a:gd name="T87" fmla="*/ 361 h 369"/>
                <a:gd name="T88" fmla="*/ 237 w 362"/>
                <a:gd name="T89" fmla="*/ 321 h 369"/>
                <a:gd name="T90" fmla="*/ 274 w 362"/>
                <a:gd name="T91" fmla="*/ 298 h 369"/>
                <a:gd name="T92" fmla="*/ 310 w 362"/>
                <a:gd name="T93" fmla="*/ 316 h 369"/>
                <a:gd name="T94" fmla="*/ 360 w 362"/>
                <a:gd name="T95" fmla="*/ 243 h 369"/>
                <a:gd name="T96" fmla="*/ 362 w 362"/>
                <a:gd name="T97" fmla="*/ 232 h 369"/>
                <a:gd name="T98" fmla="*/ 354 w 362"/>
                <a:gd name="T99" fmla="*/ 223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2" h="369">
                  <a:moveTo>
                    <a:pt x="181" y="255"/>
                  </a:moveTo>
                  <a:lnTo>
                    <a:pt x="174" y="254"/>
                  </a:lnTo>
                  <a:lnTo>
                    <a:pt x="166" y="253"/>
                  </a:lnTo>
                  <a:lnTo>
                    <a:pt x="160" y="252"/>
                  </a:lnTo>
                  <a:lnTo>
                    <a:pt x="153" y="249"/>
                  </a:lnTo>
                  <a:lnTo>
                    <a:pt x="147" y="247"/>
                  </a:lnTo>
                  <a:lnTo>
                    <a:pt x="141" y="243"/>
                  </a:lnTo>
                  <a:lnTo>
                    <a:pt x="135" y="238"/>
                  </a:lnTo>
                  <a:lnTo>
                    <a:pt x="131" y="234"/>
                  </a:lnTo>
                  <a:lnTo>
                    <a:pt x="125" y="229"/>
                  </a:lnTo>
                  <a:lnTo>
                    <a:pt x="122" y="223"/>
                  </a:lnTo>
                  <a:lnTo>
                    <a:pt x="118" y="218"/>
                  </a:lnTo>
                  <a:lnTo>
                    <a:pt x="115" y="212"/>
                  </a:lnTo>
                  <a:lnTo>
                    <a:pt x="113" y="205"/>
                  </a:lnTo>
                  <a:lnTo>
                    <a:pt x="110" y="198"/>
                  </a:lnTo>
                  <a:lnTo>
                    <a:pt x="109" y="190"/>
                  </a:lnTo>
                  <a:lnTo>
                    <a:pt x="109" y="183"/>
                  </a:lnTo>
                  <a:lnTo>
                    <a:pt x="109" y="176"/>
                  </a:lnTo>
                  <a:lnTo>
                    <a:pt x="110" y="169"/>
                  </a:lnTo>
                  <a:lnTo>
                    <a:pt x="113" y="162"/>
                  </a:lnTo>
                  <a:lnTo>
                    <a:pt x="115" y="156"/>
                  </a:lnTo>
                  <a:lnTo>
                    <a:pt x="118" y="149"/>
                  </a:lnTo>
                  <a:lnTo>
                    <a:pt x="122" y="143"/>
                  </a:lnTo>
                  <a:lnTo>
                    <a:pt x="125" y="138"/>
                  </a:lnTo>
                  <a:lnTo>
                    <a:pt x="131" y="132"/>
                  </a:lnTo>
                  <a:lnTo>
                    <a:pt x="135" y="128"/>
                  </a:lnTo>
                  <a:lnTo>
                    <a:pt x="141" y="124"/>
                  </a:lnTo>
                  <a:lnTo>
                    <a:pt x="147" y="121"/>
                  </a:lnTo>
                  <a:lnTo>
                    <a:pt x="153" y="117"/>
                  </a:lnTo>
                  <a:lnTo>
                    <a:pt x="160" y="114"/>
                  </a:lnTo>
                  <a:lnTo>
                    <a:pt x="166" y="113"/>
                  </a:lnTo>
                  <a:lnTo>
                    <a:pt x="174" y="112"/>
                  </a:lnTo>
                  <a:lnTo>
                    <a:pt x="181" y="111"/>
                  </a:lnTo>
                  <a:lnTo>
                    <a:pt x="189" y="112"/>
                  </a:lnTo>
                  <a:lnTo>
                    <a:pt x="195" y="113"/>
                  </a:lnTo>
                  <a:lnTo>
                    <a:pt x="202" y="114"/>
                  </a:lnTo>
                  <a:lnTo>
                    <a:pt x="209" y="117"/>
                  </a:lnTo>
                  <a:lnTo>
                    <a:pt x="215" y="121"/>
                  </a:lnTo>
                  <a:lnTo>
                    <a:pt x="221" y="124"/>
                  </a:lnTo>
                  <a:lnTo>
                    <a:pt x="226" y="128"/>
                  </a:lnTo>
                  <a:lnTo>
                    <a:pt x="231" y="132"/>
                  </a:lnTo>
                  <a:lnTo>
                    <a:pt x="236" y="138"/>
                  </a:lnTo>
                  <a:lnTo>
                    <a:pt x="240" y="143"/>
                  </a:lnTo>
                  <a:lnTo>
                    <a:pt x="244" y="149"/>
                  </a:lnTo>
                  <a:lnTo>
                    <a:pt x="247" y="156"/>
                  </a:lnTo>
                  <a:lnTo>
                    <a:pt x="250" y="162"/>
                  </a:lnTo>
                  <a:lnTo>
                    <a:pt x="251" y="169"/>
                  </a:lnTo>
                  <a:lnTo>
                    <a:pt x="252" y="176"/>
                  </a:lnTo>
                  <a:lnTo>
                    <a:pt x="253" y="183"/>
                  </a:lnTo>
                  <a:lnTo>
                    <a:pt x="252" y="190"/>
                  </a:lnTo>
                  <a:lnTo>
                    <a:pt x="251" y="198"/>
                  </a:lnTo>
                  <a:lnTo>
                    <a:pt x="250" y="205"/>
                  </a:lnTo>
                  <a:lnTo>
                    <a:pt x="247" y="212"/>
                  </a:lnTo>
                  <a:lnTo>
                    <a:pt x="244" y="218"/>
                  </a:lnTo>
                  <a:lnTo>
                    <a:pt x="240" y="223"/>
                  </a:lnTo>
                  <a:lnTo>
                    <a:pt x="236" y="229"/>
                  </a:lnTo>
                  <a:lnTo>
                    <a:pt x="231" y="234"/>
                  </a:lnTo>
                  <a:lnTo>
                    <a:pt x="226" y="238"/>
                  </a:lnTo>
                  <a:lnTo>
                    <a:pt x="221" y="243"/>
                  </a:lnTo>
                  <a:lnTo>
                    <a:pt x="215" y="247"/>
                  </a:lnTo>
                  <a:lnTo>
                    <a:pt x="209" y="249"/>
                  </a:lnTo>
                  <a:lnTo>
                    <a:pt x="202" y="252"/>
                  </a:lnTo>
                  <a:lnTo>
                    <a:pt x="195" y="253"/>
                  </a:lnTo>
                  <a:lnTo>
                    <a:pt x="189" y="254"/>
                  </a:lnTo>
                  <a:lnTo>
                    <a:pt x="181" y="255"/>
                  </a:lnTo>
                  <a:close/>
                  <a:moveTo>
                    <a:pt x="354" y="223"/>
                  </a:moveTo>
                  <a:lnTo>
                    <a:pt x="327" y="207"/>
                  </a:lnTo>
                  <a:lnTo>
                    <a:pt x="328" y="195"/>
                  </a:lnTo>
                  <a:lnTo>
                    <a:pt x="328" y="183"/>
                  </a:lnTo>
                  <a:lnTo>
                    <a:pt x="328" y="172"/>
                  </a:lnTo>
                  <a:lnTo>
                    <a:pt x="327" y="160"/>
                  </a:lnTo>
                  <a:lnTo>
                    <a:pt x="354" y="144"/>
                  </a:lnTo>
                  <a:lnTo>
                    <a:pt x="357" y="143"/>
                  </a:lnTo>
                  <a:lnTo>
                    <a:pt x="359" y="141"/>
                  </a:lnTo>
                  <a:lnTo>
                    <a:pt x="360" y="139"/>
                  </a:lnTo>
                  <a:lnTo>
                    <a:pt x="361" y="136"/>
                  </a:lnTo>
                  <a:lnTo>
                    <a:pt x="362" y="132"/>
                  </a:lnTo>
                  <a:lnTo>
                    <a:pt x="362" y="129"/>
                  </a:lnTo>
                  <a:lnTo>
                    <a:pt x="361" y="126"/>
                  </a:lnTo>
                  <a:lnTo>
                    <a:pt x="360" y="124"/>
                  </a:lnTo>
                  <a:lnTo>
                    <a:pt x="322" y="59"/>
                  </a:lnTo>
                  <a:lnTo>
                    <a:pt x="320" y="56"/>
                  </a:lnTo>
                  <a:lnTo>
                    <a:pt x="318" y="54"/>
                  </a:lnTo>
                  <a:lnTo>
                    <a:pt x="316" y="53"/>
                  </a:lnTo>
                  <a:lnTo>
                    <a:pt x="313" y="51"/>
                  </a:lnTo>
                  <a:lnTo>
                    <a:pt x="309" y="51"/>
                  </a:lnTo>
                  <a:lnTo>
                    <a:pt x="307" y="51"/>
                  </a:lnTo>
                  <a:lnTo>
                    <a:pt x="304" y="52"/>
                  </a:lnTo>
                  <a:lnTo>
                    <a:pt x="301" y="53"/>
                  </a:lnTo>
                  <a:lnTo>
                    <a:pt x="274" y="69"/>
                  </a:lnTo>
                  <a:lnTo>
                    <a:pt x="266" y="63"/>
                  </a:lnTo>
                  <a:lnTo>
                    <a:pt x="256" y="56"/>
                  </a:lnTo>
                  <a:lnTo>
                    <a:pt x="246" y="51"/>
                  </a:lnTo>
                  <a:lnTo>
                    <a:pt x="237" y="47"/>
                  </a:lnTo>
                  <a:lnTo>
                    <a:pt x="237" y="14"/>
                  </a:lnTo>
                  <a:lnTo>
                    <a:pt x="236" y="10"/>
                  </a:lnTo>
                  <a:lnTo>
                    <a:pt x="236" y="8"/>
                  </a:lnTo>
                  <a:lnTo>
                    <a:pt x="233" y="5"/>
                  </a:lnTo>
                  <a:lnTo>
                    <a:pt x="232" y="3"/>
                  </a:lnTo>
                  <a:lnTo>
                    <a:pt x="229" y="2"/>
                  </a:lnTo>
                  <a:lnTo>
                    <a:pt x="227" y="1"/>
                  </a:lnTo>
                  <a:lnTo>
                    <a:pt x="224" y="0"/>
                  </a:lnTo>
                  <a:lnTo>
                    <a:pt x="222" y="0"/>
                  </a:lnTo>
                  <a:lnTo>
                    <a:pt x="146" y="0"/>
                  </a:lnTo>
                  <a:lnTo>
                    <a:pt x="143" y="0"/>
                  </a:lnTo>
                  <a:lnTo>
                    <a:pt x="140" y="1"/>
                  </a:lnTo>
                  <a:lnTo>
                    <a:pt x="137" y="2"/>
                  </a:lnTo>
                  <a:lnTo>
                    <a:pt x="135" y="3"/>
                  </a:lnTo>
                  <a:lnTo>
                    <a:pt x="134" y="5"/>
                  </a:lnTo>
                  <a:lnTo>
                    <a:pt x="132" y="8"/>
                  </a:lnTo>
                  <a:lnTo>
                    <a:pt x="132" y="10"/>
                  </a:lnTo>
                  <a:lnTo>
                    <a:pt x="131" y="14"/>
                  </a:lnTo>
                  <a:lnTo>
                    <a:pt x="131" y="47"/>
                  </a:lnTo>
                  <a:lnTo>
                    <a:pt x="120" y="52"/>
                  </a:lnTo>
                  <a:lnTo>
                    <a:pt x="109" y="57"/>
                  </a:lnTo>
                  <a:lnTo>
                    <a:pt x="99" y="63"/>
                  </a:lnTo>
                  <a:lnTo>
                    <a:pt x="90" y="69"/>
                  </a:lnTo>
                  <a:lnTo>
                    <a:pt x="61" y="53"/>
                  </a:lnTo>
                  <a:lnTo>
                    <a:pt x="58" y="52"/>
                  </a:lnTo>
                  <a:lnTo>
                    <a:pt x="55" y="51"/>
                  </a:lnTo>
                  <a:lnTo>
                    <a:pt x="53" y="51"/>
                  </a:lnTo>
                  <a:lnTo>
                    <a:pt x="49" y="51"/>
                  </a:lnTo>
                  <a:lnTo>
                    <a:pt x="47" y="52"/>
                  </a:lnTo>
                  <a:lnTo>
                    <a:pt x="44" y="54"/>
                  </a:lnTo>
                  <a:lnTo>
                    <a:pt x="42" y="56"/>
                  </a:lnTo>
                  <a:lnTo>
                    <a:pt x="41" y="59"/>
                  </a:lnTo>
                  <a:lnTo>
                    <a:pt x="2" y="124"/>
                  </a:lnTo>
                  <a:lnTo>
                    <a:pt x="1" y="126"/>
                  </a:lnTo>
                  <a:lnTo>
                    <a:pt x="0" y="129"/>
                  </a:lnTo>
                  <a:lnTo>
                    <a:pt x="0" y="132"/>
                  </a:lnTo>
                  <a:lnTo>
                    <a:pt x="1" y="136"/>
                  </a:lnTo>
                  <a:lnTo>
                    <a:pt x="2" y="139"/>
                  </a:lnTo>
                  <a:lnTo>
                    <a:pt x="3" y="141"/>
                  </a:lnTo>
                  <a:lnTo>
                    <a:pt x="6" y="143"/>
                  </a:lnTo>
                  <a:lnTo>
                    <a:pt x="8" y="144"/>
                  </a:lnTo>
                  <a:lnTo>
                    <a:pt x="36" y="160"/>
                  </a:lnTo>
                  <a:lnTo>
                    <a:pt x="34" y="172"/>
                  </a:lnTo>
                  <a:lnTo>
                    <a:pt x="34" y="183"/>
                  </a:lnTo>
                  <a:lnTo>
                    <a:pt x="34" y="195"/>
                  </a:lnTo>
                  <a:lnTo>
                    <a:pt x="36" y="207"/>
                  </a:lnTo>
                  <a:lnTo>
                    <a:pt x="8" y="223"/>
                  </a:lnTo>
                  <a:lnTo>
                    <a:pt x="6" y="224"/>
                  </a:lnTo>
                  <a:lnTo>
                    <a:pt x="3" y="227"/>
                  </a:lnTo>
                  <a:lnTo>
                    <a:pt x="1" y="230"/>
                  </a:lnTo>
                  <a:lnTo>
                    <a:pt x="0" y="233"/>
                  </a:lnTo>
                  <a:lnTo>
                    <a:pt x="0" y="235"/>
                  </a:lnTo>
                  <a:lnTo>
                    <a:pt x="0" y="237"/>
                  </a:lnTo>
                  <a:lnTo>
                    <a:pt x="1" y="240"/>
                  </a:lnTo>
                  <a:lnTo>
                    <a:pt x="2" y="243"/>
                  </a:lnTo>
                  <a:lnTo>
                    <a:pt x="40" y="309"/>
                  </a:lnTo>
                  <a:lnTo>
                    <a:pt x="42" y="311"/>
                  </a:lnTo>
                  <a:lnTo>
                    <a:pt x="44" y="313"/>
                  </a:lnTo>
                  <a:lnTo>
                    <a:pt x="46" y="314"/>
                  </a:lnTo>
                  <a:lnTo>
                    <a:pt x="48" y="315"/>
                  </a:lnTo>
                  <a:lnTo>
                    <a:pt x="55" y="316"/>
                  </a:lnTo>
                  <a:lnTo>
                    <a:pt x="60" y="314"/>
                  </a:lnTo>
                  <a:lnTo>
                    <a:pt x="90" y="297"/>
                  </a:lnTo>
                  <a:lnTo>
                    <a:pt x="99" y="304"/>
                  </a:lnTo>
                  <a:lnTo>
                    <a:pt x="109" y="310"/>
                  </a:lnTo>
                  <a:lnTo>
                    <a:pt x="120" y="316"/>
                  </a:lnTo>
                  <a:lnTo>
                    <a:pt x="131" y="321"/>
                  </a:lnTo>
                  <a:lnTo>
                    <a:pt x="131" y="354"/>
                  </a:lnTo>
                  <a:lnTo>
                    <a:pt x="132" y="356"/>
                  </a:lnTo>
                  <a:lnTo>
                    <a:pt x="132" y="359"/>
                  </a:lnTo>
                  <a:lnTo>
                    <a:pt x="134" y="361"/>
                  </a:lnTo>
                  <a:lnTo>
                    <a:pt x="135" y="363"/>
                  </a:lnTo>
                  <a:lnTo>
                    <a:pt x="137" y="366"/>
                  </a:lnTo>
                  <a:lnTo>
                    <a:pt x="140" y="368"/>
                  </a:lnTo>
                  <a:lnTo>
                    <a:pt x="143" y="368"/>
                  </a:lnTo>
                  <a:lnTo>
                    <a:pt x="146" y="369"/>
                  </a:lnTo>
                  <a:lnTo>
                    <a:pt x="222" y="369"/>
                  </a:lnTo>
                  <a:lnTo>
                    <a:pt x="225" y="368"/>
                  </a:lnTo>
                  <a:lnTo>
                    <a:pt x="227" y="368"/>
                  </a:lnTo>
                  <a:lnTo>
                    <a:pt x="229" y="366"/>
                  </a:lnTo>
                  <a:lnTo>
                    <a:pt x="232" y="363"/>
                  </a:lnTo>
                  <a:lnTo>
                    <a:pt x="233" y="361"/>
                  </a:lnTo>
                  <a:lnTo>
                    <a:pt x="236" y="359"/>
                  </a:lnTo>
                  <a:lnTo>
                    <a:pt x="236" y="356"/>
                  </a:lnTo>
                  <a:lnTo>
                    <a:pt x="237" y="354"/>
                  </a:lnTo>
                  <a:lnTo>
                    <a:pt x="237" y="321"/>
                  </a:lnTo>
                  <a:lnTo>
                    <a:pt x="246" y="316"/>
                  </a:lnTo>
                  <a:lnTo>
                    <a:pt x="256" y="311"/>
                  </a:lnTo>
                  <a:lnTo>
                    <a:pt x="266" y="305"/>
                  </a:lnTo>
                  <a:lnTo>
                    <a:pt x="274" y="298"/>
                  </a:lnTo>
                  <a:lnTo>
                    <a:pt x="302" y="313"/>
                  </a:lnTo>
                  <a:lnTo>
                    <a:pt x="305" y="315"/>
                  </a:lnTo>
                  <a:lnTo>
                    <a:pt x="307" y="315"/>
                  </a:lnTo>
                  <a:lnTo>
                    <a:pt x="310" y="316"/>
                  </a:lnTo>
                  <a:lnTo>
                    <a:pt x="314" y="316"/>
                  </a:lnTo>
                  <a:lnTo>
                    <a:pt x="319" y="313"/>
                  </a:lnTo>
                  <a:lnTo>
                    <a:pt x="322" y="309"/>
                  </a:lnTo>
                  <a:lnTo>
                    <a:pt x="360" y="243"/>
                  </a:lnTo>
                  <a:lnTo>
                    <a:pt x="362" y="240"/>
                  </a:lnTo>
                  <a:lnTo>
                    <a:pt x="362" y="237"/>
                  </a:lnTo>
                  <a:lnTo>
                    <a:pt x="362" y="234"/>
                  </a:lnTo>
                  <a:lnTo>
                    <a:pt x="362" y="232"/>
                  </a:lnTo>
                  <a:lnTo>
                    <a:pt x="361" y="229"/>
                  </a:lnTo>
                  <a:lnTo>
                    <a:pt x="359" y="227"/>
                  </a:lnTo>
                  <a:lnTo>
                    <a:pt x="357" y="224"/>
                  </a:lnTo>
                  <a:lnTo>
                    <a:pt x="354"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grpSp>
      <p:sp>
        <p:nvSpPr>
          <p:cNvPr id="42" name="Forma libre 4346" descr="Icono de gráfico de cajas y bigotes. ">
            <a:extLst>
              <a:ext uri="{FF2B5EF4-FFF2-40B4-BE49-F238E27FC236}">
                <a16:creationId xmlns:a16="http://schemas.microsoft.com/office/drawing/2014/main" id="{D131817A-5B27-4718-8BAC-45C9CEDA45D9}"/>
              </a:ext>
            </a:extLst>
          </p:cNvPr>
          <p:cNvSpPr>
            <a:spLocks noEditPoints="1"/>
          </p:cNvSpPr>
          <p:nvPr/>
        </p:nvSpPr>
        <p:spPr bwMode="auto">
          <a:xfrm>
            <a:off x="3967321" y="3532346"/>
            <a:ext cx="345758" cy="345758"/>
          </a:xfrm>
          <a:custGeom>
            <a:avLst/>
            <a:gdLst>
              <a:gd name="T0" fmla="*/ 706 w 898"/>
              <a:gd name="T1" fmla="*/ 479 h 898"/>
              <a:gd name="T2" fmla="*/ 652 w 898"/>
              <a:gd name="T3" fmla="*/ 556 h 898"/>
              <a:gd name="T4" fmla="*/ 632 w 898"/>
              <a:gd name="T5" fmla="*/ 551 h 898"/>
              <a:gd name="T6" fmla="*/ 576 w 898"/>
              <a:gd name="T7" fmla="*/ 477 h 898"/>
              <a:gd name="T8" fmla="*/ 571 w 898"/>
              <a:gd name="T9" fmla="*/ 398 h 898"/>
              <a:gd name="T10" fmla="*/ 628 w 898"/>
              <a:gd name="T11" fmla="*/ 129 h 898"/>
              <a:gd name="T12" fmla="*/ 643 w 898"/>
              <a:gd name="T13" fmla="*/ 114 h 898"/>
              <a:gd name="T14" fmla="*/ 658 w 898"/>
              <a:gd name="T15" fmla="*/ 129 h 898"/>
              <a:gd name="T16" fmla="*/ 717 w 898"/>
              <a:gd name="T17" fmla="*/ 398 h 898"/>
              <a:gd name="T18" fmla="*/ 621 w 898"/>
              <a:gd name="T19" fmla="*/ 758 h 898"/>
              <a:gd name="T20" fmla="*/ 589 w 898"/>
              <a:gd name="T21" fmla="*/ 727 h 898"/>
              <a:gd name="T22" fmla="*/ 589 w 898"/>
              <a:gd name="T23" fmla="*/ 680 h 898"/>
              <a:gd name="T24" fmla="*/ 621 w 898"/>
              <a:gd name="T25" fmla="*/ 648 h 898"/>
              <a:gd name="T26" fmla="*/ 667 w 898"/>
              <a:gd name="T27" fmla="*/ 648 h 898"/>
              <a:gd name="T28" fmla="*/ 699 w 898"/>
              <a:gd name="T29" fmla="*/ 680 h 898"/>
              <a:gd name="T30" fmla="*/ 699 w 898"/>
              <a:gd name="T31" fmla="*/ 727 h 898"/>
              <a:gd name="T32" fmla="*/ 667 w 898"/>
              <a:gd name="T33" fmla="*/ 758 h 898"/>
              <a:gd name="T34" fmla="*/ 536 w 898"/>
              <a:gd name="T35" fmla="*/ 294 h 898"/>
              <a:gd name="T36" fmla="*/ 479 w 898"/>
              <a:gd name="T37" fmla="*/ 546 h 898"/>
              <a:gd name="T38" fmla="*/ 461 w 898"/>
              <a:gd name="T39" fmla="*/ 558 h 898"/>
              <a:gd name="T40" fmla="*/ 450 w 898"/>
              <a:gd name="T41" fmla="*/ 299 h 898"/>
              <a:gd name="T42" fmla="*/ 390 w 898"/>
              <a:gd name="T43" fmla="*/ 287 h 898"/>
              <a:gd name="T44" fmla="*/ 398 w 898"/>
              <a:gd name="T45" fmla="*/ 211 h 898"/>
              <a:gd name="T46" fmla="*/ 454 w 898"/>
              <a:gd name="T47" fmla="*/ 118 h 898"/>
              <a:gd name="T48" fmla="*/ 475 w 898"/>
              <a:gd name="T49" fmla="*/ 118 h 898"/>
              <a:gd name="T50" fmla="*/ 530 w 898"/>
              <a:gd name="T51" fmla="*/ 211 h 898"/>
              <a:gd name="T52" fmla="*/ 465 w 898"/>
              <a:gd name="T53" fmla="*/ 763 h 898"/>
              <a:gd name="T54" fmla="*/ 422 w 898"/>
              <a:gd name="T55" fmla="*/ 745 h 898"/>
              <a:gd name="T56" fmla="*/ 405 w 898"/>
              <a:gd name="T57" fmla="*/ 703 h 898"/>
              <a:gd name="T58" fmla="*/ 422 w 898"/>
              <a:gd name="T59" fmla="*/ 661 h 898"/>
              <a:gd name="T60" fmla="*/ 465 w 898"/>
              <a:gd name="T61" fmla="*/ 643 h 898"/>
              <a:gd name="T62" fmla="*/ 506 w 898"/>
              <a:gd name="T63" fmla="*/ 661 h 898"/>
              <a:gd name="T64" fmla="*/ 525 w 898"/>
              <a:gd name="T65" fmla="*/ 703 h 898"/>
              <a:gd name="T66" fmla="*/ 506 w 898"/>
              <a:gd name="T67" fmla="*/ 745 h 898"/>
              <a:gd name="T68" fmla="*/ 465 w 898"/>
              <a:gd name="T69" fmla="*/ 763 h 898"/>
              <a:gd name="T70" fmla="*/ 318 w 898"/>
              <a:gd name="T71" fmla="*/ 419 h 898"/>
              <a:gd name="T72" fmla="*/ 263 w 898"/>
              <a:gd name="T73" fmla="*/ 556 h 898"/>
              <a:gd name="T74" fmla="*/ 242 w 898"/>
              <a:gd name="T75" fmla="*/ 551 h 898"/>
              <a:gd name="T76" fmla="*/ 186 w 898"/>
              <a:gd name="T77" fmla="*/ 417 h 898"/>
              <a:gd name="T78" fmla="*/ 181 w 898"/>
              <a:gd name="T79" fmla="*/ 339 h 898"/>
              <a:gd name="T80" fmla="*/ 240 w 898"/>
              <a:gd name="T81" fmla="*/ 129 h 898"/>
              <a:gd name="T82" fmla="*/ 255 w 898"/>
              <a:gd name="T83" fmla="*/ 114 h 898"/>
              <a:gd name="T84" fmla="*/ 270 w 898"/>
              <a:gd name="T85" fmla="*/ 129 h 898"/>
              <a:gd name="T86" fmla="*/ 329 w 898"/>
              <a:gd name="T87" fmla="*/ 339 h 898"/>
              <a:gd name="T88" fmla="*/ 231 w 898"/>
              <a:gd name="T89" fmla="*/ 758 h 898"/>
              <a:gd name="T90" fmla="*/ 200 w 898"/>
              <a:gd name="T91" fmla="*/ 727 h 898"/>
              <a:gd name="T92" fmla="*/ 200 w 898"/>
              <a:gd name="T93" fmla="*/ 680 h 898"/>
              <a:gd name="T94" fmla="*/ 231 w 898"/>
              <a:gd name="T95" fmla="*/ 648 h 898"/>
              <a:gd name="T96" fmla="*/ 278 w 898"/>
              <a:gd name="T97" fmla="*/ 648 h 898"/>
              <a:gd name="T98" fmla="*/ 311 w 898"/>
              <a:gd name="T99" fmla="*/ 680 h 898"/>
              <a:gd name="T100" fmla="*/ 311 w 898"/>
              <a:gd name="T101" fmla="*/ 727 h 898"/>
              <a:gd name="T102" fmla="*/ 278 w 898"/>
              <a:gd name="T103" fmla="*/ 758 h 898"/>
              <a:gd name="T104" fmla="*/ 10 w 898"/>
              <a:gd name="T105" fmla="*/ 2 h 898"/>
              <a:gd name="T106" fmla="*/ 1 w 898"/>
              <a:gd name="T107" fmla="*/ 886 h 898"/>
              <a:gd name="T108" fmla="*/ 883 w 898"/>
              <a:gd name="T109" fmla="*/ 898 h 898"/>
              <a:gd name="T110" fmla="*/ 898 w 898"/>
              <a:gd name="T111" fmla="*/ 883 h 898"/>
              <a:gd name="T112" fmla="*/ 886 w 898"/>
              <a:gd name="T113" fmla="*/ 0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8" h="898">
                <a:moveTo>
                  <a:pt x="718" y="464"/>
                </a:moveTo>
                <a:lnTo>
                  <a:pt x="718" y="467"/>
                </a:lnTo>
                <a:lnTo>
                  <a:pt x="717" y="470"/>
                </a:lnTo>
                <a:lnTo>
                  <a:pt x="716" y="472"/>
                </a:lnTo>
                <a:lnTo>
                  <a:pt x="714" y="474"/>
                </a:lnTo>
                <a:lnTo>
                  <a:pt x="712" y="477"/>
                </a:lnTo>
                <a:lnTo>
                  <a:pt x="710" y="478"/>
                </a:lnTo>
                <a:lnTo>
                  <a:pt x="706" y="479"/>
                </a:lnTo>
                <a:lnTo>
                  <a:pt x="703" y="479"/>
                </a:lnTo>
                <a:lnTo>
                  <a:pt x="658" y="479"/>
                </a:lnTo>
                <a:lnTo>
                  <a:pt x="658" y="543"/>
                </a:lnTo>
                <a:lnTo>
                  <a:pt x="658" y="546"/>
                </a:lnTo>
                <a:lnTo>
                  <a:pt x="657" y="549"/>
                </a:lnTo>
                <a:lnTo>
                  <a:pt x="656" y="551"/>
                </a:lnTo>
                <a:lnTo>
                  <a:pt x="654" y="554"/>
                </a:lnTo>
                <a:lnTo>
                  <a:pt x="652" y="556"/>
                </a:lnTo>
                <a:lnTo>
                  <a:pt x="650" y="557"/>
                </a:lnTo>
                <a:lnTo>
                  <a:pt x="647" y="558"/>
                </a:lnTo>
                <a:lnTo>
                  <a:pt x="643" y="558"/>
                </a:lnTo>
                <a:lnTo>
                  <a:pt x="641" y="558"/>
                </a:lnTo>
                <a:lnTo>
                  <a:pt x="638" y="557"/>
                </a:lnTo>
                <a:lnTo>
                  <a:pt x="636" y="556"/>
                </a:lnTo>
                <a:lnTo>
                  <a:pt x="634" y="554"/>
                </a:lnTo>
                <a:lnTo>
                  <a:pt x="632" y="551"/>
                </a:lnTo>
                <a:lnTo>
                  <a:pt x="631" y="549"/>
                </a:lnTo>
                <a:lnTo>
                  <a:pt x="629" y="546"/>
                </a:lnTo>
                <a:lnTo>
                  <a:pt x="628" y="543"/>
                </a:lnTo>
                <a:lnTo>
                  <a:pt x="628" y="479"/>
                </a:lnTo>
                <a:lnTo>
                  <a:pt x="583" y="479"/>
                </a:lnTo>
                <a:lnTo>
                  <a:pt x="581" y="479"/>
                </a:lnTo>
                <a:lnTo>
                  <a:pt x="578" y="478"/>
                </a:lnTo>
                <a:lnTo>
                  <a:pt x="576" y="477"/>
                </a:lnTo>
                <a:lnTo>
                  <a:pt x="574" y="474"/>
                </a:lnTo>
                <a:lnTo>
                  <a:pt x="572" y="472"/>
                </a:lnTo>
                <a:lnTo>
                  <a:pt x="571" y="470"/>
                </a:lnTo>
                <a:lnTo>
                  <a:pt x="570" y="467"/>
                </a:lnTo>
                <a:lnTo>
                  <a:pt x="570" y="464"/>
                </a:lnTo>
                <a:lnTo>
                  <a:pt x="570" y="404"/>
                </a:lnTo>
                <a:lnTo>
                  <a:pt x="570" y="402"/>
                </a:lnTo>
                <a:lnTo>
                  <a:pt x="571" y="398"/>
                </a:lnTo>
                <a:lnTo>
                  <a:pt x="572" y="396"/>
                </a:lnTo>
                <a:lnTo>
                  <a:pt x="574" y="394"/>
                </a:lnTo>
                <a:lnTo>
                  <a:pt x="576" y="392"/>
                </a:lnTo>
                <a:lnTo>
                  <a:pt x="578" y="391"/>
                </a:lnTo>
                <a:lnTo>
                  <a:pt x="581" y="390"/>
                </a:lnTo>
                <a:lnTo>
                  <a:pt x="583" y="389"/>
                </a:lnTo>
                <a:lnTo>
                  <a:pt x="628" y="389"/>
                </a:lnTo>
                <a:lnTo>
                  <a:pt x="628" y="129"/>
                </a:lnTo>
                <a:lnTo>
                  <a:pt x="629" y="126"/>
                </a:lnTo>
                <a:lnTo>
                  <a:pt x="631" y="123"/>
                </a:lnTo>
                <a:lnTo>
                  <a:pt x="632" y="121"/>
                </a:lnTo>
                <a:lnTo>
                  <a:pt x="634" y="118"/>
                </a:lnTo>
                <a:lnTo>
                  <a:pt x="636" y="117"/>
                </a:lnTo>
                <a:lnTo>
                  <a:pt x="638" y="115"/>
                </a:lnTo>
                <a:lnTo>
                  <a:pt x="641" y="114"/>
                </a:lnTo>
                <a:lnTo>
                  <a:pt x="643" y="114"/>
                </a:lnTo>
                <a:lnTo>
                  <a:pt x="647" y="114"/>
                </a:lnTo>
                <a:lnTo>
                  <a:pt x="650" y="115"/>
                </a:lnTo>
                <a:lnTo>
                  <a:pt x="652" y="117"/>
                </a:lnTo>
                <a:lnTo>
                  <a:pt x="654" y="118"/>
                </a:lnTo>
                <a:lnTo>
                  <a:pt x="656" y="121"/>
                </a:lnTo>
                <a:lnTo>
                  <a:pt x="657" y="123"/>
                </a:lnTo>
                <a:lnTo>
                  <a:pt x="658" y="127"/>
                </a:lnTo>
                <a:lnTo>
                  <a:pt x="658" y="129"/>
                </a:lnTo>
                <a:lnTo>
                  <a:pt x="658" y="389"/>
                </a:lnTo>
                <a:lnTo>
                  <a:pt x="703" y="389"/>
                </a:lnTo>
                <a:lnTo>
                  <a:pt x="706" y="390"/>
                </a:lnTo>
                <a:lnTo>
                  <a:pt x="710" y="391"/>
                </a:lnTo>
                <a:lnTo>
                  <a:pt x="712" y="392"/>
                </a:lnTo>
                <a:lnTo>
                  <a:pt x="714" y="394"/>
                </a:lnTo>
                <a:lnTo>
                  <a:pt x="716" y="396"/>
                </a:lnTo>
                <a:lnTo>
                  <a:pt x="717" y="398"/>
                </a:lnTo>
                <a:lnTo>
                  <a:pt x="718" y="402"/>
                </a:lnTo>
                <a:lnTo>
                  <a:pt x="718" y="404"/>
                </a:lnTo>
                <a:lnTo>
                  <a:pt x="718" y="464"/>
                </a:lnTo>
                <a:close/>
                <a:moveTo>
                  <a:pt x="643" y="763"/>
                </a:moveTo>
                <a:lnTo>
                  <a:pt x="638" y="762"/>
                </a:lnTo>
                <a:lnTo>
                  <a:pt x="632" y="762"/>
                </a:lnTo>
                <a:lnTo>
                  <a:pt x="626" y="760"/>
                </a:lnTo>
                <a:lnTo>
                  <a:pt x="621" y="758"/>
                </a:lnTo>
                <a:lnTo>
                  <a:pt x="616" y="756"/>
                </a:lnTo>
                <a:lnTo>
                  <a:pt x="610" y="753"/>
                </a:lnTo>
                <a:lnTo>
                  <a:pt x="606" y="749"/>
                </a:lnTo>
                <a:lnTo>
                  <a:pt x="602" y="745"/>
                </a:lnTo>
                <a:lnTo>
                  <a:pt x="597" y="741"/>
                </a:lnTo>
                <a:lnTo>
                  <a:pt x="594" y="737"/>
                </a:lnTo>
                <a:lnTo>
                  <a:pt x="591" y="731"/>
                </a:lnTo>
                <a:lnTo>
                  <a:pt x="589" y="727"/>
                </a:lnTo>
                <a:lnTo>
                  <a:pt x="587" y="720"/>
                </a:lnTo>
                <a:lnTo>
                  <a:pt x="586" y="715"/>
                </a:lnTo>
                <a:lnTo>
                  <a:pt x="584" y="710"/>
                </a:lnTo>
                <a:lnTo>
                  <a:pt x="583" y="703"/>
                </a:lnTo>
                <a:lnTo>
                  <a:pt x="584" y="697"/>
                </a:lnTo>
                <a:lnTo>
                  <a:pt x="586" y="692"/>
                </a:lnTo>
                <a:lnTo>
                  <a:pt x="587" y="685"/>
                </a:lnTo>
                <a:lnTo>
                  <a:pt x="589" y="680"/>
                </a:lnTo>
                <a:lnTo>
                  <a:pt x="591" y="674"/>
                </a:lnTo>
                <a:lnTo>
                  <a:pt x="594" y="670"/>
                </a:lnTo>
                <a:lnTo>
                  <a:pt x="597" y="665"/>
                </a:lnTo>
                <a:lnTo>
                  <a:pt x="602" y="661"/>
                </a:lnTo>
                <a:lnTo>
                  <a:pt x="606" y="657"/>
                </a:lnTo>
                <a:lnTo>
                  <a:pt x="610" y="653"/>
                </a:lnTo>
                <a:lnTo>
                  <a:pt x="616" y="651"/>
                </a:lnTo>
                <a:lnTo>
                  <a:pt x="621" y="648"/>
                </a:lnTo>
                <a:lnTo>
                  <a:pt x="626" y="646"/>
                </a:lnTo>
                <a:lnTo>
                  <a:pt x="632" y="645"/>
                </a:lnTo>
                <a:lnTo>
                  <a:pt x="638" y="643"/>
                </a:lnTo>
                <a:lnTo>
                  <a:pt x="643" y="643"/>
                </a:lnTo>
                <a:lnTo>
                  <a:pt x="650" y="643"/>
                </a:lnTo>
                <a:lnTo>
                  <a:pt x="656" y="645"/>
                </a:lnTo>
                <a:lnTo>
                  <a:pt x="662" y="646"/>
                </a:lnTo>
                <a:lnTo>
                  <a:pt x="667" y="648"/>
                </a:lnTo>
                <a:lnTo>
                  <a:pt x="672" y="651"/>
                </a:lnTo>
                <a:lnTo>
                  <a:pt x="678" y="653"/>
                </a:lnTo>
                <a:lnTo>
                  <a:pt x="682" y="657"/>
                </a:lnTo>
                <a:lnTo>
                  <a:pt x="686" y="661"/>
                </a:lnTo>
                <a:lnTo>
                  <a:pt x="690" y="665"/>
                </a:lnTo>
                <a:lnTo>
                  <a:pt x="694" y="670"/>
                </a:lnTo>
                <a:lnTo>
                  <a:pt x="697" y="674"/>
                </a:lnTo>
                <a:lnTo>
                  <a:pt x="699" y="680"/>
                </a:lnTo>
                <a:lnTo>
                  <a:pt x="701" y="685"/>
                </a:lnTo>
                <a:lnTo>
                  <a:pt x="702" y="692"/>
                </a:lnTo>
                <a:lnTo>
                  <a:pt x="703" y="697"/>
                </a:lnTo>
                <a:lnTo>
                  <a:pt x="703" y="703"/>
                </a:lnTo>
                <a:lnTo>
                  <a:pt x="703" y="710"/>
                </a:lnTo>
                <a:lnTo>
                  <a:pt x="702" y="715"/>
                </a:lnTo>
                <a:lnTo>
                  <a:pt x="701" y="720"/>
                </a:lnTo>
                <a:lnTo>
                  <a:pt x="699" y="727"/>
                </a:lnTo>
                <a:lnTo>
                  <a:pt x="697" y="731"/>
                </a:lnTo>
                <a:lnTo>
                  <a:pt x="694" y="737"/>
                </a:lnTo>
                <a:lnTo>
                  <a:pt x="690" y="741"/>
                </a:lnTo>
                <a:lnTo>
                  <a:pt x="686" y="745"/>
                </a:lnTo>
                <a:lnTo>
                  <a:pt x="682" y="749"/>
                </a:lnTo>
                <a:lnTo>
                  <a:pt x="678" y="753"/>
                </a:lnTo>
                <a:lnTo>
                  <a:pt x="672" y="756"/>
                </a:lnTo>
                <a:lnTo>
                  <a:pt x="667" y="758"/>
                </a:lnTo>
                <a:lnTo>
                  <a:pt x="662" y="760"/>
                </a:lnTo>
                <a:lnTo>
                  <a:pt x="656" y="762"/>
                </a:lnTo>
                <a:lnTo>
                  <a:pt x="650" y="762"/>
                </a:lnTo>
                <a:lnTo>
                  <a:pt x="643" y="763"/>
                </a:lnTo>
                <a:close/>
                <a:moveTo>
                  <a:pt x="540" y="284"/>
                </a:moveTo>
                <a:lnTo>
                  <a:pt x="538" y="287"/>
                </a:lnTo>
                <a:lnTo>
                  <a:pt x="537" y="290"/>
                </a:lnTo>
                <a:lnTo>
                  <a:pt x="536" y="294"/>
                </a:lnTo>
                <a:lnTo>
                  <a:pt x="534" y="296"/>
                </a:lnTo>
                <a:lnTo>
                  <a:pt x="532" y="297"/>
                </a:lnTo>
                <a:lnTo>
                  <a:pt x="530" y="298"/>
                </a:lnTo>
                <a:lnTo>
                  <a:pt x="527" y="299"/>
                </a:lnTo>
                <a:lnTo>
                  <a:pt x="525" y="299"/>
                </a:lnTo>
                <a:lnTo>
                  <a:pt x="480" y="299"/>
                </a:lnTo>
                <a:lnTo>
                  <a:pt x="480" y="543"/>
                </a:lnTo>
                <a:lnTo>
                  <a:pt x="479" y="546"/>
                </a:lnTo>
                <a:lnTo>
                  <a:pt x="479" y="549"/>
                </a:lnTo>
                <a:lnTo>
                  <a:pt x="476" y="551"/>
                </a:lnTo>
                <a:lnTo>
                  <a:pt x="475" y="554"/>
                </a:lnTo>
                <a:lnTo>
                  <a:pt x="472" y="556"/>
                </a:lnTo>
                <a:lnTo>
                  <a:pt x="470" y="557"/>
                </a:lnTo>
                <a:lnTo>
                  <a:pt x="467" y="558"/>
                </a:lnTo>
                <a:lnTo>
                  <a:pt x="465" y="558"/>
                </a:lnTo>
                <a:lnTo>
                  <a:pt x="461" y="558"/>
                </a:lnTo>
                <a:lnTo>
                  <a:pt x="458" y="557"/>
                </a:lnTo>
                <a:lnTo>
                  <a:pt x="456" y="556"/>
                </a:lnTo>
                <a:lnTo>
                  <a:pt x="454" y="554"/>
                </a:lnTo>
                <a:lnTo>
                  <a:pt x="452" y="551"/>
                </a:lnTo>
                <a:lnTo>
                  <a:pt x="451" y="549"/>
                </a:lnTo>
                <a:lnTo>
                  <a:pt x="450" y="546"/>
                </a:lnTo>
                <a:lnTo>
                  <a:pt x="450" y="543"/>
                </a:lnTo>
                <a:lnTo>
                  <a:pt x="450" y="299"/>
                </a:lnTo>
                <a:lnTo>
                  <a:pt x="405" y="299"/>
                </a:lnTo>
                <a:lnTo>
                  <a:pt x="402" y="299"/>
                </a:lnTo>
                <a:lnTo>
                  <a:pt x="398" y="298"/>
                </a:lnTo>
                <a:lnTo>
                  <a:pt x="396" y="297"/>
                </a:lnTo>
                <a:lnTo>
                  <a:pt x="394" y="296"/>
                </a:lnTo>
                <a:lnTo>
                  <a:pt x="392" y="294"/>
                </a:lnTo>
                <a:lnTo>
                  <a:pt x="391" y="290"/>
                </a:lnTo>
                <a:lnTo>
                  <a:pt x="390" y="287"/>
                </a:lnTo>
                <a:lnTo>
                  <a:pt x="390" y="284"/>
                </a:lnTo>
                <a:lnTo>
                  <a:pt x="390" y="225"/>
                </a:lnTo>
                <a:lnTo>
                  <a:pt x="390" y="222"/>
                </a:lnTo>
                <a:lnTo>
                  <a:pt x="391" y="219"/>
                </a:lnTo>
                <a:lnTo>
                  <a:pt x="392" y="217"/>
                </a:lnTo>
                <a:lnTo>
                  <a:pt x="394" y="214"/>
                </a:lnTo>
                <a:lnTo>
                  <a:pt x="396" y="212"/>
                </a:lnTo>
                <a:lnTo>
                  <a:pt x="398" y="211"/>
                </a:lnTo>
                <a:lnTo>
                  <a:pt x="402" y="210"/>
                </a:lnTo>
                <a:lnTo>
                  <a:pt x="405" y="210"/>
                </a:lnTo>
                <a:lnTo>
                  <a:pt x="450" y="210"/>
                </a:lnTo>
                <a:lnTo>
                  <a:pt x="450" y="129"/>
                </a:lnTo>
                <a:lnTo>
                  <a:pt x="450" y="126"/>
                </a:lnTo>
                <a:lnTo>
                  <a:pt x="451" y="123"/>
                </a:lnTo>
                <a:lnTo>
                  <a:pt x="452" y="121"/>
                </a:lnTo>
                <a:lnTo>
                  <a:pt x="454" y="118"/>
                </a:lnTo>
                <a:lnTo>
                  <a:pt x="456" y="117"/>
                </a:lnTo>
                <a:lnTo>
                  <a:pt x="458" y="115"/>
                </a:lnTo>
                <a:lnTo>
                  <a:pt x="461" y="114"/>
                </a:lnTo>
                <a:lnTo>
                  <a:pt x="465" y="114"/>
                </a:lnTo>
                <a:lnTo>
                  <a:pt x="467" y="114"/>
                </a:lnTo>
                <a:lnTo>
                  <a:pt x="470" y="115"/>
                </a:lnTo>
                <a:lnTo>
                  <a:pt x="472" y="117"/>
                </a:lnTo>
                <a:lnTo>
                  <a:pt x="475" y="118"/>
                </a:lnTo>
                <a:lnTo>
                  <a:pt x="476" y="121"/>
                </a:lnTo>
                <a:lnTo>
                  <a:pt x="479" y="123"/>
                </a:lnTo>
                <a:lnTo>
                  <a:pt x="479" y="127"/>
                </a:lnTo>
                <a:lnTo>
                  <a:pt x="480" y="129"/>
                </a:lnTo>
                <a:lnTo>
                  <a:pt x="480" y="210"/>
                </a:lnTo>
                <a:lnTo>
                  <a:pt x="525" y="210"/>
                </a:lnTo>
                <a:lnTo>
                  <a:pt x="527" y="210"/>
                </a:lnTo>
                <a:lnTo>
                  <a:pt x="530" y="211"/>
                </a:lnTo>
                <a:lnTo>
                  <a:pt x="532" y="212"/>
                </a:lnTo>
                <a:lnTo>
                  <a:pt x="534" y="214"/>
                </a:lnTo>
                <a:lnTo>
                  <a:pt x="536" y="217"/>
                </a:lnTo>
                <a:lnTo>
                  <a:pt x="537" y="219"/>
                </a:lnTo>
                <a:lnTo>
                  <a:pt x="538" y="222"/>
                </a:lnTo>
                <a:lnTo>
                  <a:pt x="540" y="225"/>
                </a:lnTo>
                <a:lnTo>
                  <a:pt x="540" y="284"/>
                </a:lnTo>
                <a:close/>
                <a:moveTo>
                  <a:pt x="465" y="763"/>
                </a:moveTo>
                <a:lnTo>
                  <a:pt x="458" y="762"/>
                </a:lnTo>
                <a:lnTo>
                  <a:pt x="452" y="762"/>
                </a:lnTo>
                <a:lnTo>
                  <a:pt x="446" y="760"/>
                </a:lnTo>
                <a:lnTo>
                  <a:pt x="441" y="758"/>
                </a:lnTo>
                <a:lnTo>
                  <a:pt x="436" y="756"/>
                </a:lnTo>
                <a:lnTo>
                  <a:pt x="430" y="753"/>
                </a:lnTo>
                <a:lnTo>
                  <a:pt x="426" y="749"/>
                </a:lnTo>
                <a:lnTo>
                  <a:pt x="422" y="745"/>
                </a:lnTo>
                <a:lnTo>
                  <a:pt x="419" y="741"/>
                </a:lnTo>
                <a:lnTo>
                  <a:pt x="414" y="737"/>
                </a:lnTo>
                <a:lnTo>
                  <a:pt x="412" y="731"/>
                </a:lnTo>
                <a:lnTo>
                  <a:pt x="409" y="727"/>
                </a:lnTo>
                <a:lnTo>
                  <a:pt x="407" y="720"/>
                </a:lnTo>
                <a:lnTo>
                  <a:pt x="406" y="715"/>
                </a:lnTo>
                <a:lnTo>
                  <a:pt x="405" y="710"/>
                </a:lnTo>
                <a:lnTo>
                  <a:pt x="405" y="703"/>
                </a:lnTo>
                <a:lnTo>
                  <a:pt x="405" y="697"/>
                </a:lnTo>
                <a:lnTo>
                  <a:pt x="406" y="692"/>
                </a:lnTo>
                <a:lnTo>
                  <a:pt x="407" y="685"/>
                </a:lnTo>
                <a:lnTo>
                  <a:pt x="409" y="680"/>
                </a:lnTo>
                <a:lnTo>
                  <a:pt x="412" y="674"/>
                </a:lnTo>
                <a:lnTo>
                  <a:pt x="414" y="670"/>
                </a:lnTo>
                <a:lnTo>
                  <a:pt x="419" y="665"/>
                </a:lnTo>
                <a:lnTo>
                  <a:pt x="422" y="661"/>
                </a:lnTo>
                <a:lnTo>
                  <a:pt x="426" y="657"/>
                </a:lnTo>
                <a:lnTo>
                  <a:pt x="430" y="653"/>
                </a:lnTo>
                <a:lnTo>
                  <a:pt x="436" y="651"/>
                </a:lnTo>
                <a:lnTo>
                  <a:pt x="441" y="648"/>
                </a:lnTo>
                <a:lnTo>
                  <a:pt x="446" y="646"/>
                </a:lnTo>
                <a:lnTo>
                  <a:pt x="452" y="645"/>
                </a:lnTo>
                <a:lnTo>
                  <a:pt x="458" y="643"/>
                </a:lnTo>
                <a:lnTo>
                  <a:pt x="465" y="643"/>
                </a:lnTo>
                <a:lnTo>
                  <a:pt x="470" y="643"/>
                </a:lnTo>
                <a:lnTo>
                  <a:pt x="476" y="645"/>
                </a:lnTo>
                <a:lnTo>
                  <a:pt x="482" y="646"/>
                </a:lnTo>
                <a:lnTo>
                  <a:pt x="487" y="648"/>
                </a:lnTo>
                <a:lnTo>
                  <a:pt x="492" y="651"/>
                </a:lnTo>
                <a:lnTo>
                  <a:pt x="498" y="653"/>
                </a:lnTo>
                <a:lnTo>
                  <a:pt x="502" y="657"/>
                </a:lnTo>
                <a:lnTo>
                  <a:pt x="506" y="661"/>
                </a:lnTo>
                <a:lnTo>
                  <a:pt x="511" y="665"/>
                </a:lnTo>
                <a:lnTo>
                  <a:pt x="514" y="670"/>
                </a:lnTo>
                <a:lnTo>
                  <a:pt x="517" y="674"/>
                </a:lnTo>
                <a:lnTo>
                  <a:pt x="519" y="680"/>
                </a:lnTo>
                <a:lnTo>
                  <a:pt x="521" y="685"/>
                </a:lnTo>
                <a:lnTo>
                  <a:pt x="522" y="692"/>
                </a:lnTo>
                <a:lnTo>
                  <a:pt x="524" y="697"/>
                </a:lnTo>
                <a:lnTo>
                  <a:pt x="525" y="703"/>
                </a:lnTo>
                <a:lnTo>
                  <a:pt x="524" y="710"/>
                </a:lnTo>
                <a:lnTo>
                  <a:pt x="522" y="715"/>
                </a:lnTo>
                <a:lnTo>
                  <a:pt x="521" y="720"/>
                </a:lnTo>
                <a:lnTo>
                  <a:pt x="519" y="727"/>
                </a:lnTo>
                <a:lnTo>
                  <a:pt x="517" y="731"/>
                </a:lnTo>
                <a:lnTo>
                  <a:pt x="514" y="737"/>
                </a:lnTo>
                <a:lnTo>
                  <a:pt x="511" y="741"/>
                </a:lnTo>
                <a:lnTo>
                  <a:pt x="506" y="745"/>
                </a:lnTo>
                <a:lnTo>
                  <a:pt x="502" y="749"/>
                </a:lnTo>
                <a:lnTo>
                  <a:pt x="498" y="753"/>
                </a:lnTo>
                <a:lnTo>
                  <a:pt x="492" y="756"/>
                </a:lnTo>
                <a:lnTo>
                  <a:pt x="487" y="758"/>
                </a:lnTo>
                <a:lnTo>
                  <a:pt x="482" y="760"/>
                </a:lnTo>
                <a:lnTo>
                  <a:pt x="476" y="762"/>
                </a:lnTo>
                <a:lnTo>
                  <a:pt x="470" y="762"/>
                </a:lnTo>
                <a:lnTo>
                  <a:pt x="465" y="763"/>
                </a:lnTo>
                <a:close/>
                <a:moveTo>
                  <a:pt x="330" y="404"/>
                </a:moveTo>
                <a:lnTo>
                  <a:pt x="330" y="407"/>
                </a:lnTo>
                <a:lnTo>
                  <a:pt x="329" y="410"/>
                </a:lnTo>
                <a:lnTo>
                  <a:pt x="328" y="412"/>
                </a:lnTo>
                <a:lnTo>
                  <a:pt x="326" y="414"/>
                </a:lnTo>
                <a:lnTo>
                  <a:pt x="323" y="417"/>
                </a:lnTo>
                <a:lnTo>
                  <a:pt x="320" y="418"/>
                </a:lnTo>
                <a:lnTo>
                  <a:pt x="318" y="419"/>
                </a:lnTo>
                <a:lnTo>
                  <a:pt x="315" y="419"/>
                </a:lnTo>
                <a:lnTo>
                  <a:pt x="270" y="419"/>
                </a:lnTo>
                <a:lnTo>
                  <a:pt x="270" y="543"/>
                </a:lnTo>
                <a:lnTo>
                  <a:pt x="270" y="546"/>
                </a:lnTo>
                <a:lnTo>
                  <a:pt x="269" y="549"/>
                </a:lnTo>
                <a:lnTo>
                  <a:pt x="268" y="551"/>
                </a:lnTo>
                <a:lnTo>
                  <a:pt x="266" y="554"/>
                </a:lnTo>
                <a:lnTo>
                  <a:pt x="263" y="556"/>
                </a:lnTo>
                <a:lnTo>
                  <a:pt x="260" y="557"/>
                </a:lnTo>
                <a:lnTo>
                  <a:pt x="258" y="558"/>
                </a:lnTo>
                <a:lnTo>
                  <a:pt x="255" y="558"/>
                </a:lnTo>
                <a:lnTo>
                  <a:pt x="252" y="558"/>
                </a:lnTo>
                <a:lnTo>
                  <a:pt x="250" y="557"/>
                </a:lnTo>
                <a:lnTo>
                  <a:pt x="246" y="556"/>
                </a:lnTo>
                <a:lnTo>
                  <a:pt x="244" y="554"/>
                </a:lnTo>
                <a:lnTo>
                  <a:pt x="242" y="551"/>
                </a:lnTo>
                <a:lnTo>
                  <a:pt x="241" y="549"/>
                </a:lnTo>
                <a:lnTo>
                  <a:pt x="240" y="546"/>
                </a:lnTo>
                <a:lnTo>
                  <a:pt x="240" y="543"/>
                </a:lnTo>
                <a:lnTo>
                  <a:pt x="240" y="419"/>
                </a:lnTo>
                <a:lnTo>
                  <a:pt x="195" y="419"/>
                </a:lnTo>
                <a:lnTo>
                  <a:pt x="192" y="419"/>
                </a:lnTo>
                <a:lnTo>
                  <a:pt x="190" y="418"/>
                </a:lnTo>
                <a:lnTo>
                  <a:pt x="186" y="417"/>
                </a:lnTo>
                <a:lnTo>
                  <a:pt x="184" y="414"/>
                </a:lnTo>
                <a:lnTo>
                  <a:pt x="183" y="412"/>
                </a:lnTo>
                <a:lnTo>
                  <a:pt x="181" y="410"/>
                </a:lnTo>
                <a:lnTo>
                  <a:pt x="180" y="407"/>
                </a:lnTo>
                <a:lnTo>
                  <a:pt x="180" y="404"/>
                </a:lnTo>
                <a:lnTo>
                  <a:pt x="180" y="344"/>
                </a:lnTo>
                <a:lnTo>
                  <a:pt x="180" y="342"/>
                </a:lnTo>
                <a:lnTo>
                  <a:pt x="181" y="339"/>
                </a:lnTo>
                <a:lnTo>
                  <a:pt x="183" y="336"/>
                </a:lnTo>
                <a:lnTo>
                  <a:pt x="184" y="334"/>
                </a:lnTo>
                <a:lnTo>
                  <a:pt x="186" y="332"/>
                </a:lnTo>
                <a:lnTo>
                  <a:pt x="190" y="331"/>
                </a:lnTo>
                <a:lnTo>
                  <a:pt x="192" y="330"/>
                </a:lnTo>
                <a:lnTo>
                  <a:pt x="195" y="329"/>
                </a:lnTo>
                <a:lnTo>
                  <a:pt x="240" y="329"/>
                </a:lnTo>
                <a:lnTo>
                  <a:pt x="240" y="129"/>
                </a:lnTo>
                <a:lnTo>
                  <a:pt x="240" y="126"/>
                </a:lnTo>
                <a:lnTo>
                  <a:pt x="241" y="123"/>
                </a:lnTo>
                <a:lnTo>
                  <a:pt x="242" y="121"/>
                </a:lnTo>
                <a:lnTo>
                  <a:pt x="244" y="118"/>
                </a:lnTo>
                <a:lnTo>
                  <a:pt x="246" y="117"/>
                </a:lnTo>
                <a:lnTo>
                  <a:pt x="250" y="115"/>
                </a:lnTo>
                <a:lnTo>
                  <a:pt x="252" y="114"/>
                </a:lnTo>
                <a:lnTo>
                  <a:pt x="255" y="114"/>
                </a:lnTo>
                <a:lnTo>
                  <a:pt x="258" y="114"/>
                </a:lnTo>
                <a:lnTo>
                  <a:pt x="260" y="115"/>
                </a:lnTo>
                <a:lnTo>
                  <a:pt x="263" y="117"/>
                </a:lnTo>
                <a:lnTo>
                  <a:pt x="266" y="118"/>
                </a:lnTo>
                <a:lnTo>
                  <a:pt x="268" y="121"/>
                </a:lnTo>
                <a:lnTo>
                  <a:pt x="269" y="123"/>
                </a:lnTo>
                <a:lnTo>
                  <a:pt x="270" y="127"/>
                </a:lnTo>
                <a:lnTo>
                  <a:pt x="270" y="129"/>
                </a:lnTo>
                <a:lnTo>
                  <a:pt x="270" y="329"/>
                </a:lnTo>
                <a:lnTo>
                  <a:pt x="315" y="329"/>
                </a:lnTo>
                <a:lnTo>
                  <a:pt x="318" y="330"/>
                </a:lnTo>
                <a:lnTo>
                  <a:pt x="320" y="331"/>
                </a:lnTo>
                <a:lnTo>
                  <a:pt x="323" y="332"/>
                </a:lnTo>
                <a:lnTo>
                  <a:pt x="326" y="334"/>
                </a:lnTo>
                <a:lnTo>
                  <a:pt x="328" y="336"/>
                </a:lnTo>
                <a:lnTo>
                  <a:pt x="329" y="339"/>
                </a:lnTo>
                <a:lnTo>
                  <a:pt x="330" y="342"/>
                </a:lnTo>
                <a:lnTo>
                  <a:pt x="330" y="344"/>
                </a:lnTo>
                <a:lnTo>
                  <a:pt x="330" y="404"/>
                </a:lnTo>
                <a:close/>
                <a:moveTo>
                  <a:pt x="255" y="763"/>
                </a:moveTo>
                <a:lnTo>
                  <a:pt x="249" y="762"/>
                </a:lnTo>
                <a:lnTo>
                  <a:pt x="243" y="762"/>
                </a:lnTo>
                <a:lnTo>
                  <a:pt x="237" y="760"/>
                </a:lnTo>
                <a:lnTo>
                  <a:pt x="231" y="758"/>
                </a:lnTo>
                <a:lnTo>
                  <a:pt x="226" y="756"/>
                </a:lnTo>
                <a:lnTo>
                  <a:pt x="222" y="753"/>
                </a:lnTo>
                <a:lnTo>
                  <a:pt x="216" y="749"/>
                </a:lnTo>
                <a:lnTo>
                  <a:pt x="212" y="745"/>
                </a:lnTo>
                <a:lnTo>
                  <a:pt x="209" y="741"/>
                </a:lnTo>
                <a:lnTo>
                  <a:pt x="206" y="737"/>
                </a:lnTo>
                <a:lnTo>
                  <a:pt x="203" y="731"/>
                </a:lnTo>
                <a:lnTo>
                  <a:pt x="200" y="727"/>
                </a:lnTo>
                <a:lnTo>
                  <a:pt x="198" y="720"/>
                </a:lnTo>
                <a:lnTo>
                  <a:pt x="196" y="715"/>
                </a:lnTo>
                <a:lnTo>
                  <a:pt x="195" y="710"/>
                </a:lnTo>
                <a:lnTo>
                  <a:pt x="195" y="703"/>
                </a:lnTo>
                <a:lnTo>
                  <a:pt x="195" y="697"/>
                </a:lnTo>
                <a:lnTo>
                  <a:pt x="196" y="692"/>
                </a:lnTo>
                <a:lnTo>
                  <a:pt x="198" y="685"/>
                </a:lnTo>
                <a:lnTo>
                  <a:pt x="200" y="680"/>
                </a:lnTo>
                <a:lnTo>
                  <a:pt x="203" y="674"/>
                </a:lnTo>
                <a:lnTo>
                  <a:pt x="206" y="670"/>
                </a:lnTo>
                <a:lnTo>
                  <a:pt x="209" y="665"/>
                </a:lnTo>
                <a:lnTo>
                  <a:pt x="212" y="661"/>
                </a:lnTo>
                <a:lnTo>
                  <a:pt x="216" y="657"/>
                </a:lnTo>
                <a:lnTo>
                  <a:pt x="222" y="653"/>
                </a:lnTo>
                <a:lnTo>
                  <a:pt x="226" y="651"/>
                </a:lnTo>
                <a:lnTo>
                  <a:pt x="231" y="648"/>
                </a:lnTo>
                <a:lnTo>
                  <a:pt x="237" y="646"/>
                </a:lnTo>
                <a:lnTo>
                  <a:pt x="243" y="645"/>
                </a:lnTo>
                <a:lnTo>
                  <a:pt x="249" y="643"/>
                </a:lnTo>
                <a:lnTo>
                  <a:pt x="255" y="643"/>
                </a:lnTo>
                <a:lnTo>
                  <a:pt x="261" y="643"/>
                </a:lnTo>
                <a:lnTo>
                  <a:pt x="267" y="645"/>
                </a:lnTo>
                <a:lnTo>
                  <a:pt x="273" y="646"/>
                </a:lnTo>
                <a:lnTo>
                  <a:pt x="278" y="648"/>
                </a:lnTo>
                <a:lnTo>
                  <a:pt x="284" y="651"/>
                </a:lnTo>
                <a:lnTo>
                  <a:pt x="288" y="653"/>
                </a:lnTo>
                <a:lnTo>
                  <a:pt x="293" y="657"/>
                </a:lnTo>
                <a:lnTo>
                  <a:pt x="298" y="661"/>
                </a:lnTo>
                <a:lnTo>
                  <a:pt x="301" y="665"/>
                </a:lnTo>
                <a:lnTo>
                  <a:pt x="304" y="670"/>
                </a:lnTo>
                <a:lnTo>
                  <a:pt x="307" y="674"/>
                </a:lnTo>
                <a:lnTo>
                  <a:pt x="311" y="680"/>
                </a:lnTo>
                <a:lnTo>
                  <a:pt x="312" y="685"/>
                </a:lnTo>
                <a:lnTo>
                  <a:pt x="314" y="692"/>
                </a:lnTo>
                <a:lnTo>
                  <a:pt x="315" y="697"/>
                </a:lnTo>
                <a:lnTo>
                  <a:pt x="315" y="703"/>
                </a:lnTo>
                <a:lnTo>
                  <a:pt x="315" y="710"/>
                </a:lnTo>
                <a:lnTo>
                  <a:pt x="314" y="715"/>
                </a:lnTo>
                <a:lnTo>
                  <a:pt x="312" y="720"/>
                </a:lnTo>
                <a:lnTo>
                  <a:pt x="311" y="727"/>
                </a:lnTo>
                <a:lnTo>
                  <a:pt x="307" y="731"/>
                </a:lnTo>
                <a:lnTo>
                  <a:pt x="304" y="737"/>
                </a:lnTo>
                <a:lnTo>
                  <a:pt x="301" y="741"/>
                </a:lnTo>
                <a:lnTo>
                  <a:pt x="298" y="745"/>
                </a:lnTo>
                <a:lnTo>
                  <a:pt x="293" y="749"/>
                </a:lnTo>
                <a:lnTo>
                  <a:pt x="288" y="753"/>
                </a:lnTo>
                <a:lnTo>
                  <a:pt x="284" y="756"/>
                </a:lnTo>
                <a:lnTo>
                  <a:pt x="278" y="758"/>
                </a:lnTo>
                <a:lnTo>
                  <a:pt x="273" y="760"/>
                </a:lnTo>
                <a:lnTo>
                  <a:pt x="267" y="762"/>
                </a:lnTo>
                <a:lnTo>
                  <a:pt x="261" y="762"/>
                </a:lnTo>
                <a:lnTo>
                  <a:pt x="255" y="763"/>
                </a:lnTo>
                <a:close/>
                <a:moveTo>
                  <a:pt x="883" y="0"/>
                </a:moveTo>
                <a:lnTo>
                  <a:pt x="15" y="0"/>
                </a:lnTo>
                <a:lnTo>
                  <a:pt x="13" y="0"/>
                </a:lnTo>
                <a:lnTo>
                  <a:pt x="10" y="2"/>
                </a:lnTo>
                <a:lnTo>
                  <a:pt x="8" y="3"/>
                </a:lnTo>
                <a:lnTo>
                  <a:pt x="6" y="5"/>
                </a:lnTo>
                <a:lnTo>
                  <a:pt x="3" y="7"/>
                </a:lnTo>
                <a:lnTo>
                  <a:pt x="2" y="10"/>
                </a:lnTo>
                <a:lnTo>
                  <a:pt x="1" y="12"/>
                </a:lnTo>
                <a:lnTo>
                  <a:pt x="0" y="15"/>
                </a:lnTo>
                <a:lnTo>
                  <a:pt x="0" y="883"/>
                </a:lnTo>
                <a:lnTo>
                  <a:pt x="1" y="886"/>
                </a:lnTo>
                <a:lnTo>
                  <a:pt x="2" y="888"/>
                </a:lnTo>
                <a:lnTo>
                  <a:pt x="3" y="892"/>
                </a:lnTo>
                <a:lnTo>
                  <a:pt x="6" y="894"/>
                </a:lnTo>
                <a:lnTo>
                  <a:pt x="8" y="895"/>
                </a:lnTo>
                <a:lnTo>
                  <a:pt x="10" y="897"/>
                </a:lnTo>
                <a:lnTo>
                  <a:pt x="13" y="897"/>
                </a:lnTo>
                <a:lnTo>
                  <a:pt x="15" y="898"/>
                </a:lnTo>
                <a:lnTo>
                  <a:pt x="883" y="898"/>
                </a:lnTo>
                <a:lnTo>
                  <a:pt x="886" y="897"/>
                </a:lnTo>
                <a:lnTo>
                  <a:pt x="888" y="897"/>
                </a:lnTo>
                <a:lnTo>
                  <a:pt x="892" y="895"/>
                </a:lnTo>
                <a:lnTo>
                  <a:pt x="894" y="894"/>
                </a:lnTo>
                <a:lnTo>
                  <a:pt x="896" y="892"/>
                </a:lnTo>
                <a:lnTo>
                  <a:pt x="897" y="888"/>
                </a:lnTo>
                <a:lnTo>
                  <a:pt x="898" y="886"/>
                </a:lnTo>
                <a:lnTo>
                  <a:pt x="898" y="883"/>
                </a:lnTo>
                <a:lnTo>
                  <a:pt x="898" y="15"/>
                </a:lnTo>
                <a:lnTo>
                  <a:pt x="898" y="12"/>
                </a:lnTo>
                <a:lnTo>
                  <a:pt x="897" y="10"/>
                </a:lnTo>
                <a:lnTo>
                  <a:pt x="896" y="7"/>
                </a:lnTo>
                <a:lnTo>
                  <a:pt x="894" y="5"/>
                </a:lnTo>
                <a:lnTo>
                  <a:pt x="892" y="3"/>
                </a:lnTo>
                <a:lnTo>
                  <a:pt x="888" y="2"/>
                </a:lnTo>
                <a:lnTo>
                  <a:pt x="886" y="0"/>
                </a:lnTo>
                <a:lnTo>
                  <a:pt x="883" y="0"/>
                </a:ln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es-ES" dirty="0"/>
          </a:p>
        </p:txBody>
      </p:sp>
    </p:spTree>
    <p:extLst>
      <p:ext uri="{BB962C8B-B14F-4D97-AF65-F5344CB8AC3E}">
        <p14:creationId xmlns:p14="http://schemas.microsoft.com/office/powerpoint/2010/main" val="3299715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es-ES" dirty="0"/>
              <a:t>Diapositiva de análisis de proyecto 3</a:t>
            </a:r>
          </a:p>
        </p:txBody>
      </p:sp>
      <p:cxnSp>
        <p:nvCxnSpPr>
          <p:cNvPr id="8" name="Conector rec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ítulo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800" dirty="0"/>
              <a:t>Matriz de Correlación</a:t>
            </a:r>
            <a:br>
              <a:rPr lang="es-ES" sz="2800" dirty="0">
                <a:solidFill>
                  <a:schemeClr val="tx1">
                    <a:lumMod val="75000"/>
                    <a:lumOff val="25000"/>
                  </a:schemeClr>
                </a:solidFill>
              </a:rPr>
            </a:br>
            <a:endParaRPr lang="es-ES" sz="2800" dirty="0">
              <a:solidFill>
                <a:schemeClr val="tx1">
                  <a:lumMod val="75000"/>
                  <a:lumOff val="25000"/>
                </a:schemeClr>
              </a:solidFill>
            </a:endParaRPr>
          </a:p>
        </p:txBody>
      </p:sp>
      <p:cxnSp>
        <p:nvCxnSpPr>
          <p:cNvPr id="14" name="Conector rec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3" name="Imagen 2">
            <a:extLst>
              <a:ext uri="{FF2B5EF4-FFF2-40B4-BE49-F238E27FC236}">
                <a16:creationId xmlns:a16="http://schemas.microsoft.com/office/drawing/2014/main" id="{2F5D514E-98D9-B101-3FDD-8154339A018B}"/>
              </a:ext>
            </a:extLst>
          </p:cNvPr>
          <p:cNvPicPr>
            <a:picLocks noChangeAspect="1"/>
          </p:cNvPicPr>
          <p:nvPr/>
        </p:nvPicPr>
        <p:blipFill>
          <a:blip r:embed="rId3"/>
          <a:stretch>
            <a:fillRect/>
          </a:stretch>
        </p:blipFill>
        <p:spPr>
          <a:xfrm>
            <a:off x="0" y="824434"/>
            <a:ext cx="5689086" cy="5010772"/>
          </a:xfrm>
          <a:prstGeom prst="rect">
            <a:avLst/>
          </a:prstGeom>
        </p:spPr>
      </p:pic>
      <p:sp>
        <p:nvSpPr>
          <p:cNvPr id="6" name="CuadroTexto 5">
            <a:extLst>
              <a:ext uri="{FF2B5EF4-FFF2-40B4-BE49-F238E27FC236}">
                <a16:creationId xmlns:a16="http://schemas.microsoft.com/office/drawing/2014/main" id="{8FA1511F-D1B2-752A-8519-1B4B70B99ACB}"/>
              </a:ext>
            </a:extLst>
          </p:cNvPr>
          <p:cNvSpPr txBox="1"/>
          <p:nvPr/>
        </p:nvSpPr>
        <p:spPr>
          <a:xfrm>
            <a:off x="6084082" y="855297"/>
            <a:ext cx="5873620" cy="1200329"/>
          </a:xfrm>
          <a:prstGeom prst="rect">
            <a:avLst/>
          </a:prstGeom>
          <a:noFill/>
        </p:spPr>
        <p:txBody>
          <a:bodyPr wrap="square">
            <a:spAutoFit/>
          </a:bodyPr>
          <a:lstStyle/>
          <a:p>
            <a:r>
              <a:rPr lang="es-MX" dirty="0"/>
              <a:t>Relación Valor-Salario (</a:t>
            </a:r>
            <a:r>
              <a:rPr lang="es-MX" dirty="0" err="1"/>
              <a:t>Value</a:t>
            </a:r>
            <a:r>
              <a:rPr lang="es-MX" dirty="0"/>
              <a:t> y </a:t>
            </a:r>
            <a:r>
              <a:rPr lang="es-MX" dirty="0" err="1"/>
              <a:t>Wage</a:t>
            </a:r>
            <a:r>
              <a:rPr lang="es-MX" dirty="0"/>
              <a:t>): Tienen una correlación muy fuerte de 0.86. Esto indica que, por lo general, a medida que aumenta el valor de mercado de un jugador, también aumenta su sueldo. </a:t>
            </a:r>
          </a:p>
        </p:txBody>
      </p:sp>
      <p:sp>
        <p:nvSpPr>
          <p:cNvPr id="10" name="CuadroTexto 9">
            <a:extLst>
              <a:ext uri="{FF2B5EF4-FFF2-40B4-BE49-F238E27FC236}">
                <a16:creationId xmlns:a16="http://schemas.microsoft.com/office/drawing/2014/main" id="{A31F90DB-5EB3-3AB0-7A95-358B4F6B5229}"/>
              </a:ext>
            </a:extLst>
          </p:cNvPr>
          <p:cNvSpPr txBox="1"/>
          <p:nvPr/>
        </p:nvSpPr>
        <p:spPr>
          <a:xfrm>
            <a:off x="5969782" y="3329820"/>
            <a:ext cx="6102220" cy="923330"/>
          </a:xfrm>
          <a:prstGeom prst="rect">
            <a:avLst/>
          </a:prstGeom>
          <a:noFill/>
        </p:spPr>
        <p:txBody>
          <a:bodyPr wrap="square">
            <a:spAutoFit/>
          </a:bodyPr>
          <a:lstStyle/>
          <a:p>
            <a:r>
              <a:rPr lang="es-MX" dirty="0"/>
              <a:t>Cláusula de Rescisión (</a:t>
            </a:r>
            <a:r>
              <a:rPr lang="es-MX" dirty="0" err="1"/>
              <a:t>Release</a:t>
            </a:r>
            <a:r>
              <a:rPr lang="es-MX" dirty="0"/>
              <a:t> </a:t>
            </a:r>
            <a:r>
              <a:rPr lang="es-MX" dirty="0" err="1"/>
              <a:t>Clause</a:t>
            </a:r>
            <a:r>
              <a:rPr lang="es-MX" dirty="0"/>
              <a:t>): Está extremadamente ligada al Valor (0.97) y al Salario (0.83), lo cual tiene sentido lógico en la gestión de contratos.</a:t>
            </a:r>
          </a:p>
        </p:txBody>
      </p:sp>
      <p:sp>
        <p:nvSpPr>
          <p:cNvPr id="13" name="CuadroTexto 12">
            <a:extLst>
              <a:ext uri="{FF2B5EF4-FFF2-40B4-BE49-F238E27FC236}">
                <a16:creationId xmlns:a16="http://schemas.microsoft.com/office/drawing/2014/main" id="{2D24EBB4-BD0E-F969-2F9A-F098A64F8BAF}"/>
              </a:ext>
            </a:extLst>
          </p:cNvPr>
          <p:cNvSpPr txBox="1"/>
          <p:nvPr/>
        </p:nvSpPr>
        <p:spPr>
          <a:xfrm>
            <a:off x="5969782" y="4400882"/>
            <a:ext cx="6102220" cy="1200329"/>
          </a:xfrm>
          <a:prstGeom prst="rect">
            <a:avLst/>
          </a:prstGeom>
          <a:noFill/>
        </p:spPr>
        <p:txBody>
          <a:bodyPr wrap="square">
            <a:spAutoFit/>
          </a:bodyPr>
          <a:lstStyle/>
          <a:p>
            <a:r>
              <a:rPr lang="es-MX" dirty="0"/>
              <a:t>Potencial vs. Media Actual (</a:t>
            </a:r>
            <a:r>
              <a:rPr lang="es-MX" dirty="0" err="1"/>
              <a:t>Potential</a:t>
            </a:r>
            <a:r>
              <a:rPr lang="es-MX" dirty="0"/>
              <a:t> vs </a:t>
            </a:r>
            <a:r>
              <a:rPr lang="es-MX" dirty="0" err="1"/>
              <a:t>Overall</a:t>
            </a:r>
            <a:r>
              <a:rPr lang="es-MX" dirty="0"/>
              <a:t>): Tienen una correlación de 0.66, lo que sugiere que los jugadores con mejores estadísticas actuales suelen tener también techos de crecimiento más altos.</a:t>
            </a:r>
          </a:p>
        </p:txBody>
      </p:sp>
      <p:sp>
        <p:nvSpPr>
          <p:cNvPr id="16" name="CuadroTexto 15">
            <a:extLst>
              <a:ext uri="{FF2B5EF4-FFF2-40B4-BE49-F238E27FC236}">
                <a16:creationId xmlns:a16="http://schemas.microsoft.com/office/drawing/2014/main" id="{0BDA37F2-D35E-E5D2-2EC5-7A35289DDC68}"/>
              </a:ext>
            </a:extLst>
          </p:cNvPr>
          <p:cNvSpPr txBox="1"/>
          <p:nvPr/>
        </p:nvSpPr>
        <p:spPr>
          <a:xfrm>
            <a:off x="5969782" y="2258758"/>
            <a:ext cx="6102220" cy="923330"/>
          </a:xfrm>
          <a:prstGeom prst="rect">
            <a:avLst/>
          </a:prstGeom>
          <a:noFill/>
        </p:spPr>
        <p:txBody>
          <a:bodyPr wrap="square">
            <a:spAutoFit/>
          </a:bodyPr>
          <a:lstStyle/>
          <a:p>
            <a:r>
              <a:rPr lang="es-MX" dirty="0"/>
              <a:t>Físico (</a:t>
            </a:r>
            <a:r>
              <a:rPr lang="es-MX" dirty="0" err="1"/>
              <a:t>Height</a:t>
            </a:r>
            <a:r>
              <a:rPr lang="es-MX" dirty="0"/>
              <a:t> y </a:t>
            </a:r>
            <a:r>
              <a:rPr lang="es-MX" dirty="0" err="1"/>
              <a:t>Weight</a:t>
            </a:r>
            <a:r>
              <a:rPr lang="es-MX" dirty="0"/>
              <a:t>): Existe una correlación positiva de 0.75, confirmando que los jugadores más altos tienden a ser más pesados.</a:t>
            </a:r>
          </a:p>
        </p:txBody>
      </p:sp>
    </p:spTree>
    <p:extLst>
      <p:ext uri="{BB962C8B-B14F-4D97-AF65-F5344CB8AC3E}">
        <p14:creationId xmlns:p14="http://schemas.microsoft.com/office/powerpoint/2010/main" val="822569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rtlCol="0"/>
          <a:lstStyle/>
          <a:p>
            <a:r>
              <a:rPr lang="es-ES" dirty="0"/>
              <a:t>Diapositiva de análisis de proyecto 4</a:t>
            </a:r>
          </a:p>
        </p:txBody>
      </p:sp>
      <p:cxnSp>
        <p:nvCxnSpPr>
          <p:cNvPr id="8" name="Conector rec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ítulo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es-ES" sz="2800" dirty="0">
                <a:solidFill>
                  <a:schemeClr val="tx1">
                    <a:lumMod val="75000"/>
                    <a:lumOff val="25000"/>
                  </a:schemeClr>
                </a:solidFill>
              </a:rPr>
              <a:t>Edad vs </a:t>
            </a:r>
            <a:r>
              <a:rPr lang="es-ES" sz="2800" dirty="0" err="1">
                <a:solidFill>
                  <a:schemeClr val="tx1">
                    <a:lumMod val="75000"/>
                    <a:lumOff val="25000"/>
                  </a:schemeClr>
                </a:solidFill>
              </a:rPr>
              <a:t>Overall</a:t>
            </a:r>
            <a:br>
              <a:rPr lang="es-ES" sz="2800" dirty="0">
                <a:solidFill>
                  <a:schemeClr val="tx1">
                    <a:lumMod val="75000"/>
                    <a:lumOff val="25000"/>
                  </a:schemeClr>
                </a:solidFill>
              </a:rPr>
            </a:br>
            <a:endParaRPr lang="es-ES" sz="2800" dirty="0">
              <a:solidFill>
                <a:schemeClr val="tx1">
                  <a:lumMod val="75000"/>
                  <a:lumOff val="25000"/>
                </a:schemeClr>
              </a:solidFill>
            </a:endParaRPr>
          </a:p>
        </p:txBody>
      </p:sp>
      <p:cxnSp>
        <p:nvCxnSpPr>
          <p:cNvPr id="14" name="Conector rec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9D5D37E4-467C-DF17-DBC9-A215D7302D2C}"/>
              </a:ext>
            </a:extLst>
          </p:cNvPr>
          <p:cNvPicPr>
            <a:picLocks noChangeAspect="1"/>
          </p:cNvPicPr>
          <p:nvPr/>
        </p:nvPicPr>
        <p:blipFill>
          <a:blip r:embed="rId3"/>
          <a:stretch>
            <a:fillRect/>
          </a:stretch>
        </p:blipFill>
        <p:spPr>
          <a:xfrm>
            <a:off x="99623" y="855297"/>
            <a:ext cx="6543675" cy="5200650"/>
          </a:xfrm>
          <a:prstGeom prst="rect">
            <a:avLst/>
          </a:prstGeom>
        </p:spPr>
      </p:pic>
      <p:sp>
        <p:nvSpPr>
          <p:cNvPr id="6" name="CuadroTexto 5">
            <a:extLst>
              <a:ext uri="{FF2B5EF4-FFF2-40B4-BE49-F238E27FC236}">
                <a16:creationId xmlns:a16="http://schemas.microsoft.com/office/drawing/2014/main" id="{3F0C57A5-61F7-9312-2F9F-391A38326FBE}"/>
              </a:ext>
            </a:extLst>
          </p:cNvPr>
          <p:cNvSpPr txBox="1"/>
          <p:nvPr/>
        </p:nvSpPr>
        <p:spPr>
          <a:xfrm>
            <a:off x="7098069" y="966097"/>
            <a:ext cx="4248684" cy="923330"/>
          </a:xfrm>
          <a:prstGeom prst="rect">
            <a:avLst/>
          </a:prstGeom>
          <a:noFill/>
        </p:spPr>
        <p:txBody>
          <a:bodyPr wrap="square">
            <a:spAutoFit/>
          </a:bodyPr>
          <a:lstStyle/>
          <a:p>
            <a:r>
              <a:rPr lang="es-MX" b="0" i="0" dirty="0">
                <a:effectLst/>
                <a:latin typeface="+mj-lt"/>
              </a:rPr>
              <a:t>Correlación entre Edad y </a:t>
            </a:r>
            <a:r>
              <a:rPr lang="es-MX" b="0" i="0" dirty="0" err="1">
                <a:effectLst/>
                <a:latin typeface="+mj-lt"/>
              </a:rPr>
              <a:t>Overall</a:t>
            </a:r>
            <a:r>
              <a:rPr lang="es-MX" b="0" i="0" dirty="0">
                <a:effectLst/>
                <a:latin typeface="+mj-lt"/>
              </a:rPr>
              <a:t>:</a:t>
            </a:r>
          </a:p>
          <a:p>
            <a:r>
              <a:rPr lang="es-MX" b="0" i="0" dirty="0">
                <a:effectLst/>
                <a:latin typeface="+mj-lt"/>
              </a:rPr>
              <a:t> Age </a:t>
            </a:r>
            <a:r>
              <a:rPr lang="es-MX" b="0" i="0" dirty="0" err="1">
                <a:effectLst/>
                <a:latin typeface="+mj-lt"/>
              </a:rPr>
              <a:t>Overall</a:t>
            </a:r>
            <a:r>
              <a:rPr lang="es-MX" b="0" i="0" dirty="0">
                <a:effectLst/>
                <a:latin typeface="+mj-lt"/>
              </a:rPr>
              <a:t> Age 1.00000 0.45235 </a:t>
            </a:r>
            <a:r>
              <a:rPr lang="es-MX" b="0" i="0" dirty="0" err="1">
                <a:effectLst/>
                <a:latin typeface="+mj-lt"/>
              </a:rPr>
              <a:t>Overall</a:t>
            </a:r>
            <a:r>
              <a:rPr lang="es-MX" b="0" i="0" dirty="0">
                <a:effectLst/>
                <a:latin typeface="+mj-lt"/>
              </a:rPr>
              <a:t> 0.45235 1.00000</a:t>
            </a:r>
            <a:endParaRPr lang="es-MX" dirty="0">
              <a:latin typeface="+mj-lt"/>
            </a:endParaRPr>
          </a:p>
        </p:txBody>
      </p:sp>
      <p:sp>
        <p:nvSpPr>
          <p:cNvPr id="12" name="CuadroTexto 11">
            <a:extLst>
              <a:ext uri="{FF2B5EF4-FFF2-40B4-BE49-F238E27FC236}">
                <a16:creationId xmlns:a16="http://schemas.microsoft.com/office/drawing/2014/main" id="{161D82D2-6D26-5D63-B16B-6C2F54698F03}"/>
              </a:ext>
            </a:extLst>
          </p:cNvPr>
          <p:cNvSpPr txBox="1"/>
          <p:nvPr/>
        </p:nvSpPr>
        <p:spPr>
          <a:xfrm>
            <a:off x="6723070" y="2280716"/>
            <a:ext cx="5160557" cy="2799869"/>
          </a:xfrm>
          <a:prstGeom prst="rect">
            <a:avLst/>
          </a:prstGeom>
          <a:noFill/>
        </p:spPr>
        <p:txBody>
          <a:bodyPr wrap="square">
            <a:spAutoFit/>
          </a:bodyPr>
          <a:lstStyle/>
          <a:p>
            <a:pPr>
              <a:lnSpc>
                <a:spcPts val="1425"/>
              </a:lnSpc>
              <a:buNone/>
            </a:pPr>
            <a:r>
              <a:rPr lang="es-MX" b="0" dirty="0">
                <a:effectLst/>
                <a:latin typeface="+mj-lt"/>
              </a:rPr>
              <a:t>Interpretación del gráfico con línea ascendente</a:t>
            </a:r>
          </a:p>
          <a:p>
            <a:pPr>
              <a:lnSpc>
                <a:spcPts val="1425"/>
              </a:lnSpc>
              <a:buNone/>
            </a:pPr>
            <a:r>
              <a:rPr lang="es-MX" b="0" dirty="0">
                <a:effectLst/>
                <a:latin typeface="+mj-lt"/>
              </a:rPr>
              <a:t> Tendencia positiva: A medida que los jugadores envejecen, su </a:t>
            </a:r>
            <a:r>
              <a:rPr lang="es-MX" b="0" dirty="0" err="1">
                <a:effectLst/>
                <a:latin typeface="+mj-lt"/>
              </a:rPr>
              <a:t>overall</a:t>
            </a:r>
            <a:r>
              <a:rPr lang="es-MX" b="0" dirty="0">
                <a:effectLst/>
                <a:latin typeface="+mj-lt"/>
              </a:rPr>
              <a:t> tiende a aumentar, aunque no de manera estrictamente lineal.</a:t>
            </a:r>
          </a:p>
          <a:p>
            <a:pPr>
              <a:lnSpc>
                <a:spcPts val="1425"/>
              </a:lnSpc>
              <a:buNone/>
            </a:pPr>
            <a:r>
              <a:rPr lang="es-MX" b="0" dirty="0">
                <a:effectLst/>
                <a:latin typeface="+mj-lt"/>
              </a:rPr>
              <a:t> Posibles razones:</a:t>
            </a:r>
          </a:p>
          <a:p>
            <a:pPr>
              <a:lnSpc>
                <a:spcPts val="1425"/>
              </a:lnSpc>
              <a:buNone/>
            </a:pPr>
            <a:br>
              <a:rPr lang="es-MX" b="0" dirty="0">
                <a:effectLst/>
                <a:latin typeface="+mj-lt"/>
              </a:rPr>
            </a:br>
            <a:endParaRPr lang="es-MX" b="0" dirty="0">
              <a:effectLst/>
              <a:latin typeface="+mj-lt"/>
            </a:endParaRPr>
          </a:p>
          <a:p>
            <a:pPr>
              <a:lnSpc>
                <a:spcPts val="1425"/>
              </a:lnSpc>
              <a:buNone/>
            </a:pPr>
            <a:r>
              <a:rPr lang="es-MX" b="0" dirty="0">
                <a:effectLst/>
                <a:latin typeface="+mj-lt"/>
              </a:rPr>
              <a:t>Los jugadores más experimentados suelen tener un </a:t>
            </a:r>
            <a:r>
              <a:rPr lang="es-MX" b="0" dirty="0" err="1">
                <a:effectLst/>
                <a:latin typeface="+mj-lt"/>
              </a:rPr>
              <a:t>overall</a:t>
            </a:r>
            <a:r>
              <a:rPr lang="es-MX" b="0" dirty="0">
                <a:effectLst/>
                <a:latin typeface="+mj-lt"/>
              </a:rPr>
              <a:t> más alto debido a su desarrollo profesional.</a:t>
            </a:r>
          </a:p>
          <a:p>
            <a:pPr>
              <a:lnSpc>
                <a:spcPts val="1425"/>
              </a:lnSpc>
              <a:buNone/>
            </a:pPr>
            <a:r>
              <a:rPr lang="es-MX" b="0" dirty="0">
                <a:effectLst/>
                <a:latin typeface="+mj-lt"/>
              </a:rPr>
              <a:t>Los jóvenes pueden tener </a:t>
            </a:r>
            <a:r>
              <a:rPr lang="es-MX" b="0" dirty="0" err="1">
                <a:effectLst/>
                <a:latin typeface="+mj-lt"/>
              </a:rPr>
              <a:t>overall</a:t>
            </a:r>
            <a:r>
              <a:rPr lang="es-MX" b="0" dirty="0">
                <a:effectLst/>
                <a:latin typeface="+mj-lt"/>
              </a:rPr>
              <a:t> variable, ya que algunos son estrellas en ascenso y otros están en formación.</a:t>
            </a:r>
          </a:p>
        </p:txBody>
      </p:sp>
    </p:spTree>
    <p:extLst>
      <p:ext uri="{BB962C8B-B14F-4D97-AF65-F5344CB8AC3E}">
        <p14:creationId xmlns:p14="http://schemas.microsoft.com/office/powerpoint/2010/main" val="843768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hidden="1">
            <a:extLst>
              <a:ext uri="{FF2B5EF4-FFF2-40B4-BE49-F238E27FC236}">
                <a16:creationId xmlns:a16="http://schemas.microsoft.com/office/drawing/2014/main" id="{2AC0C949-7A02-4C95-8017-D82E7E71C4F7}"/>
              </a:ext>
            </a:extLst>
          </p:cNvPr>
          <p:cNvSpPr>
            <a:spLocks noGrp="1"/>
          </p:cNvSpPr>
          <p:nvPr>
            <p:ph type="title" idx="4294967295"/>
          </p:nvPr>
        </p:nvSpPr>
        <p:spPr>
          <a:xfrm>
            <a:off x="0" y="365125"/>
            <a:ext cx="10515600" cy="1325563"/>
          </a:xfrm>
        </p:spPr>
        <p:txBody>
          <a:bodyPr rtlCol="0"/>
          <a:lstStyle/>
          <a:p>
            <a:r>
              <a:rPr lang="es-ES" dirty="0"/>
              <a:t>Diapositiva de análisis de proyecto 5</a:t>
            </a:r>
          </a:p>
        </p:txBody>
      </p:sp>
      <p:cxnSp>
        <p:nvCxnSpPr>
          <p:cNvPr id="8" name="Conector rec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ítulo 1">
            <a:extLst>
              <a:ext uri="{FF2B5EF4-FFF2-40B4-BE49-F238E27FC236}">
                <a16:creationId xmlns:a16="http://schemas.microsoft.com/office/drawing/2014/main" id="{4E3F5479-058B-4FA8-92E9-18CAB8CDC5C5}"/>
              </a:ext>
            </a:extLst>
          </p:cNvPr>
          <p:cNvSpPr txBox="1">
            <a:spLocks/>
          </p:cNvSpPr>
          <p:nvPr/>
        </p:nvSpPr>
        <p:spPr>
          <a:xfrm>
            <a:off x="228600" y="190500"/>
            <a:ext cx="11734800" cy="1551194"/>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800" dirty="0"/>
              <a:t>Altura vs </a:t>
            </a:r>
            <a:r>
              <a:rPr lang="es-MX" sz="2800" dirty="0" err="1"/>
              <a:t>Skill</a:t>
            </a:r>
            <a:endParaRPr lang="es-MX" sz="2800" dirty="0"/>
          </a:p>
          <a:p>
            <a:pPr algn="ctr"/>
            <a:r>
              <a:rPr lang="es-MX" sz="2800" dirty="0"/>
              <a:t>Por pie </a:t>
            </a:r>
            <a:r>
              <a:rPr lang="es-MX" sz="2800" dirty="0" err="1"/>
              <a:t>dominate</a:t>
            </a:r>
            <a:r>
              <a:rPr lang="es-MX" sz="2800" dirty="0"/>
              <a:t> </a:t>
            </a:r>
          </a:p>
          <a:p>
            <a:pPr algn="ctr"/>
            <a:br>
              <a:rPr lang="es-ES" sz="2800" dirty="0">
                <a:solidFill>
                  <a:schemeClr val="tx1">
                    <a:lumMod val="75000"/>
                    <a:lumOff val="25000"/>
                  </a:schemeClr>
                </a:solidFill>
              </a:rPr>
            </a:br>
            <a:endParaRPr lang="es-ES" sz="2800" dirty="0">
              <a:solidFill>
                <a:schemeClr val="tx1">
                  <a:lumMod val="75000"/>
                  <a:lumOff val="25000"/>
                </a:schemeClr>
              </a:solidFill>
            </a:endParaRPr>
          </a:p>
        </p:txBody>
      </p:sp>
      <p:cxnSp>
        <p:nvCxnSpPr>
          <p:cNvPr id="14" name="Conector rec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2" name="Imagen 1">
            <a:extLst>
              <a:ext uri="{FF2B5EF4-FFF2-40B4-BE49-F238E27FC236}">
                <a16:creationId xmlns:a16="http://schemas.microsoft.com/office/drawing/2014/main" id="{BBD01CF5-7E54-CBA2-F95B-2C18227358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3370" y="1057681"/>
            <a:ext cx="10127166" cy="2839831"/>
          </a:xfrm>
          <a:prstGeom prst="rect">
            <a:avLst/>
          </a:prstGeom>
          <a:noFill/>
          <a:ln>
            <a:noFill/>
          </a:ln>
        </p:spPr>
      </p:pic>
      <p:sp>
        <p:nvSpPr>
          <p:cNvPr id="10" name="CuadroTexto 9">
            <a:extLst>
              <a:ext uri="{FF2B5EF4-FFF2-40B4-BE49-F238E27FC236}">
                <a16:creationId xmlns:a16="http://schemas.microsoft.com/office/drawing/2014/main" id="{02F4DF5B-669F-88EC-EEAF-D0A4420ADD8A}"/>
              </a:ext>
            </a:extLst>
          </p:cNvPr>
          <p:cNvSpPr txBox="1"/>
          <p:nvPr/>
        </p:nvSpPr>
        <p:spPr>
          <a:xfrm>
            <a:off x="104193" y="3698461"/>
            <a:ext cx="5187819" cy="2308324"/>
          </a:xfrm>
          <a:prstGeom prst="rect">
            <a:avLst/>
          </a:prstGeom>
          <a:noFill/>
        </p:spPr>
        <p:txBody>
          <a:bodyPr wrap="square">
            <a:spAutoFit/>
          </a:bodyPr>
          <a:lstStyle/>
          <a:p>
            <a:r>
              <a:rPr lang="es-MX" dirty="0"/>
              <a:t>1. Estructura de los Gráficos El reporte divide a los jugadores en dos grupos según su pie dominante: Izquierda: Jugadores Zurdos. Derecha: Jugadores </a:t>
            </a:r>
            <a:r>
              <a:rPr lang="es-MX" dirty="0" err="1"/>
              <a:t>Diestros.En</a:t>
            </a:r>
            <a:r>
              <a:rPr lang="es-MX" dirty="0"/>
              <a:t> ambos casos, el eje horizontal () representa la Altura (cm) y el eje vertical () representa los Movimientos de Habilidad (del 1 al 5). El color de los puntos también indica el nivel de habilidad (morado para 1, amarillo para 5).</a:t>
            </a:r>
          </a:p>
        </p:txBody>
      </p:sp>
      <p:sp>
        <p:nvSpPr>
          <p:cNvPr id="13" name="CuadroTexto 12">
            <a:extLst>
              <a:ext uri="{FF2B5EF4-FFF2-40B4-BE49-F238E27FC236}">
                <a16:creationId xmlns:a16="http://schemas.microsoft.com/office/drawing/2014/main" id="{8ED9BA8B-2646-F89E-EE43-362AD0EE1143}"/>
              </a:ext>
            </a:extLst>
          </p:cNvPr>
          <p:cNvSpPr txBox="1"/>
          <p:nvPr/>
        </p:nvSpPr>
        <p:spPr>
          <a:xfrm>
            <a:off x="5292012" y="3565861"/>
            <a:ext cx="6102220" cy="2031325"/>
          </a:xfrm>
          <a:prstGeom prst="rect">
            <a:avLst/>
          </a:prstGeom>
          <a:noFill/>
        </p:spPr>
        <p:txBody>
          <a:bodyPr wrap="square">
            <a:spAutoFit/>
          </a:bodyPr>
          <a:lstStyle/>
          <a:p>
            <a:r>
              <a:rPr lang="es-MX" dirty="0"/>
              <a:t>2. Observaciones Clave A simple vista, se pueden notar un par de tendencias comunes en este tipo de datos (frecuentes en bases de datos como FIFA/EA </a:t>
            </a:r>
            <a:r>
              <a:rPr lang="es-MX" dirty="0" err="1"/>
              <a:t>Sports</a:t>
            </a:r>
            <a:r>
              <a:rPr lang="es-MX" dirty="0"/>
              <a:t> FC):Concentración de Habilidad: La mayor densidad de puntos se encuentra entre los 170 cm y 185 cm. Es en este rango donde suele aparecer la mayor variedad de niveles de "</a:t>
            </a:r>
            <a:r>
              <a:rPr lang="es-MX" dirty="0" err="1"/>
              <a:t>skill</a:t>
            </a:r>
            <a:r>
              <a:rPr lang="es-MX" dirty="0"/>
              <a:t>", incluyendo a los jugadores de 4 y 5 estrellas</a:t>
            </a:r>
          </a:p>
        </p:txBody>
      </p:sp>
    </p:spTree>
    <p:extLst>
      <p:ext uri="{BB962C8B-B14F-4D97-AF65-F5344CB8AC3E}">
        <p14:creationId xmlns:p14="http://schemas.microsoft.com/office/powerpoint/2010/main" val="1212140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17B04-6493-21E9-D6F0-DE241D31B89D}"/>
            </a:ext>
          </a:extLst>
        </p:cNvPr>
        <p:cNvGrpSpPr/>
        <p:nvPr/>
      </p:nvGrpSpPr>
      <p:grpSpPr>
        <a:xfrm>
          <a:off x="0" y="0"/>
          <a:ext cx="0" cy="0"/>
          <a:chOff x="0" y="0"/>
          <a:chExt cx="0" cy="0"/>
        </a:xfrm>
      </p:grpSpPr>
      <p:sp>
        <p:nvSpPr>
          <p:cNvPr id="4" name="Título 3" hidden="1">
            <a:extLst>
              <a:ext uri="{FF2B5EF4-FFF2-40B4-BE49-F238E27FC236}">
                <a16:creationId xmlns:a16="http://schemas.microsoft.com/office/drawing/2014/main" id="{47F14C85-67DC-CA1B-9A76-F9FB353F7F1B}"/>
              </a:ext>
            </a:extLst>
          </p:cNvPr>
          <p:cNvSpPr>
            <a:spLocks noGrp="1"/>
          </p:cNvSpPr>
          <p:nvPr>
            <p:ph type="title" idx="4294967295"/>
          </p:nvPr>
        </p:nvSpPr>
        <p:spPr>
          <a:xfrm>
            <a:off x="0" y="365125"/>
            <a:ext cx="10515600" cy="1325563"/>
          </a:xfrm>
        </p:spPr>
        <p:txBody>
          <a:bodyPr rtlCol="0"/>
          <a:lstStyle/>
          <a:p>
            <a:r>
              <a:rPr lang="es-ES" dirty="0"/>
              <a:t>Diapositiva de análisis de proyecto 5</a:t>
            </a:r>
          </a:p>
        </p:txBody>
      </p:sp>
      <p:cxnSp>
        <p:nvCxnSpPr>
          <p:cNvPr id="8" name="Conector recto 7">
            <a:extLst>
              <a:ext uri="{FF2B5EF4-FFF2-40B4-BE49-F238E27FC236}">
                <a16:creationId xmlns:a16="http://schemas.microsoft.com/office/drawing/2014/main" id="{66EA6A27-4387-2F4A-5E7E-F89B0B94DC33}"/>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ítulo 1">
            <a:extLst>
              <a:ext uri="{FF2B5EF4-FFF2-40B4-BE49-F238E27FC236}">
                <a16:creationId xmlns:a16="http://schemas.microsoft.com/office/drawing/2014/main" id="{93566009-CEB0-552D-5C81-E066BFB3C072}"/>
              </a:ext>
            </a:extLst>
          </p:cNvPr>
          <p:cNvSpPr txBox="1">
            <a:spLocks/>
          </p:cNvSpPr>
          <p:nvPr/>
        </p:nvSpPr>
        <p:spPr>
          <a:xfrm>
            <a:off x="228600" y="190500"/>
            <a:ext cx="11734800" cy="1551194"/>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800" dirty="0"/>
              <a:t>Altura vs </a:t>
            </a:r>
            <a:r>
              <a:rPr lang="es-MX" sz="2800" dirty="0" err="1"/>
              <a:t>Skill</a:t>
            </a:r>
            <a:endParaRPr lang="es-MX" sz="2800" dirty="0"/>
          </a:p>
          <a:p>
            <a:pPr algn="ctr"/>
            <a:r>
              <a:rPr lang="es-MX" sz="2800" dirty="0"/>
              <a:t>Por pie </a:t>
            </a:r>
            <a:r>
              <a:rPr lang="es-MX" sz="2800" dirty="0" err="1"/>
              <a:t>dominate</a:t>
            </a:r>
            <a:r>
              <a:rPr lang="es-MX" sz="2800" dirty="0"/>
              <a:t> </a:t>
            </a:r>
          </a:p>
          <a:p>
            <a:pPr algn="ctr"/>
            <a:br>
              <a:rPr lang="es-ES" sz="2800" dirty="0">
                <a:solidFill>
                  <a:schemeClr val="tx1">
                    <a:lumMod val="75000"/>
                    <a:lumOff val="25000"/>
                  </a:schemeClr>
                </a:solidFill>
              </a:rPr>
            </a:br>
            <a:endParaRPr lang="es-ES" sz="2800" dirty="0">
              <a:solidFill>
                <a:schemeClr val="tx1">
                  <a:lumMod val="75000"/>
                  <a:lumOff val="25000"/>
                </a:schemeClr>
              </a:solidFill>
            </a:endParaRPr>
          </a:p>
        </p:txBody>
      </p:sp>
      <p:cxnSp>
        <p:nvCxnSpPr>
          <p:cNvPr id="14" name="Conector recto 13">
            <a:extLst>
              <a:ext uri="{FF2B5EF4-FFF2-40B4-BE49-F238E27FC236}">
                <a16:creationId xmlns:a16="http://schemas.microsoft.com/office/drawing/2014/main" id="{2B4AB525-2045-E4B5-BC0B-6F9DCADAD2E1}"/>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2" name="Imagen 1">
            <a:extLst>
              <a:ext uri="{FF2B5EF4-FFF2-40B4-BE49-F238E27FC236}">
                <a16:creationId xmlns:a16="http://schemas.microsoft.com/office/drawing/2014/main" id="{2A28D811-9303-5689-B6F5-57CE89124EF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3370" y="1057681"/>
            <a:ext cx="10127166" cy="2839831"/>
          </a:xfrm>
          <a:prstGeom prst="rect">
            <a:avLst/>
          </a:prstGeom>
          <a:noFill/>
          <a:ln>
            <a:noFill/>
          </a:ln>
        </p:spPr>
      </p:pic>
      <p:sp>
        <p:nvSpPr>
          <p:cNvPr id="5" name="CuadroTexto 4">
            <a:extLst>
              <a:ext uri="{FF2B5EF4-FFF2-40B4-BE49-F238E27FC236}">
                <a16:creationId xmlns:a16="http://schemas.microsoft.com/office/drawing/2014/main" id="{3D0DCA36-551F-56C1-AE0B-1C71D8DB9DF0}"/>
              </a:ext>
            </a:extLst>
          </p:cNvPr>
          <p:cNvSpPr txBox="1"/>
          <p:nvPr/>
        </p:nvSpPr>
        <p:spPr>
          <a:xfrm>
            <a:off x="657063" y="3823645"/>
            <a:ext cx="10354614" cy="1477328"/>
          </a:xfrm>
          <a:prstGeom prst="rect">
            <a:avLst/>
          </a:prstGeom>
          <a:noFill/>
        </p:spPr>
        <p:txBody>
          <a:bodyPr wrap="square">
            <a:spAutoFit/>
          </a:bodyPr>
          <a:lstStyle/>
          <a:p>
            <a:r>
              <a:rPr lang="es-MX" dirty="0"/>
              <a:t>.Relación Inversa Ligera: Se observa que, a medida que la altura aumenta (hacia los 190-200 cm), hay menos puntos en los niveles superiores de habilidad (4 y 5). Esto refleja la realidad del deporte, donde los jugadores muy altos suelen ser defensas o porteros con menos filigranas. Comparación de Pies: La distribución parece bastante similar para ambos pies, aunque generalmente hay un volumen mucho mayor de jugadores diestros en la base de datos, lo que hace que su gráfico se vea más "poblado".</a:t>
            </a:r>
          </a:p>
        </p:txBody>
      </p:sp>
    </p:spTree>
    <p:extLst>
      <p:ext uri="{BB962C8B-B14F-4D97-AF65-F5344CB8AC3E}">
        <p14:creationId xmlns:p14="http://schemas.microsoft.com/office/powerpoint/2010/main" val="1493482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hidden="1">
            <a:extLst>
              <a:ext uri="{FF2B5EF4-FFF2-40B4-BE49-F238E27FC236}">
                <a16:creationId xmlns:a16="http://schemas.microsoft.com/office/drawing/2014/main" id="{D33B6BF4-2C08-4464-A4ED-A7F5F991F0BF}"/>
              </a:ext>
            </a:extLst>
          </p:cNvPr>
          <p:cNvSpPr>
            <a:spLocks noGrp="1"/>
          </p:cNvSpPr>
          <p:nvPr>
            <p:ph type="title"/>
          </p:nvPr>
        </p:nvSpPr>
        <p:spPr/>
        <p:txBody>
          <a:bodyPr rtlCol="0"/>
          <a:lstStyle/>
          <a:p>
            <a:r>
              <a:rPr lang="es-ES" dirty="0"/>
              <a:t>Diapositiva de análisis de proyecto 7</a:t>
            </a:r>
          </a:p>
        </p:txBody>
      </p:sp>
      <p:cxnSp>
        <p:nvCxnSpPr>
          <p:cNvPr id="8" name="Conector rec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ítulo 1">
            <a:extLst>
              <a:ext uri="{FF2B5EF4-FFF2-40B4-BE49-F238E27FC236}">
                <a16:creationId xmlns:a16="http://schemas.microsoft.com/office/drawing/2014/main" id="{4E3F5479-058B-4FA8-92E9-18CAB8CDC5C5}"/>
              </a:ext>
            </a:extLst>
          </p:cNvPr>
          <p:cNvSpPr txBox="1">
            <a:spLocks/>
          </p:cNvSpPr>
          <p:nvPr/>
        </p:nvSpPr>
        <p:spPr>
          <a:xfrm>
            <a:off x="228600" y="253207"/>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800" dirty="0"/>
              <a:t>Jugadores con </a:t>
            </a:r>
          </a:p>
          <a:p>
            <a:pPr algn="ctr"/>
            <a:r>
              <a:rPr lang="es-MX" sz="2800" dirty="0"/>
              <a:t>Mayor Potencial</a:t>
            </a:r>
            <a:br>
              <a:rPr lang="es-ES" sz="2800" dirty="0">
                <a:solidFill>
                  <a:schemeClr val="tx1">
                    <a:lumMod val="75000"/>
                    <a:lumOff val="25000"/>
                  </a:schemeClr>
                </a:solidFill>
              </a:rPr>
            </a:br>
            <a:endParaRPr lang="es-ES" sz="2800" dirty="0">
              <a:solidFill>
                <a:schemeClr val="tx1">
                  <a:lumMod val="75000"/>
                  <a:lumOff val="25000"/>
                </a:schemeClr>
              </a:solidFill>
            </a:endParaRPr>
          </a:p>
        </p:txBody>
      </p:sp>
      <p:cxnSp>
        <p:nvCxnSpPr>
          <p:cNvPr id="14" name="Conector rec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9" name="Forma libre 3886" descr="Icono de lupa para representar la búsqueda. ">
            <a:extLst>
              <a:ext uri="{FF2B5EF4-FFF2-40B4-BE49-F238E27FC236}">
                <a16:creationId xmlns:a16="http://schemas.microsoft.com/office/drawing/2014/main" id="{9EE2839B-44FB-42AC-BF2D-037A4BE4BEC7}"/>
              </a:ext>
            </a:extLst>
          </p:cNvPr>
          <p:cNvSpPr>
            <a:spLocks noEditPoints="1"/>
          </p:cNvSpPr>
          <p:nvPr/>
        </p:nvSpPr>
        <p:spPr bwMode="auto">
          <a:xfrm>
            <a:off x="845745" y="1368977"/>
            <a:ext cx="287338" cy="285750"/>
          </a:xfrm>
          <a:custGeom>
            <a:avLst/>
            <a:gdLst>
              <a:gd name="T0" fmla="*/ 268 w 902"/>
              <a:gd name="T1" fmla="*/ 575 h 901"/>
              <a:gd name="T2" fmla="*/ 207 w 902"/>
              <a:gd name="T3" fmla="*/ 555 h 901"/>
              <a:gd name="T4" fmla="*/ 155 w 902"/>
              <a:gd name="T5" fmla="*/ 520 h 901"/>
              <a:gd name="T6" fmla="*/ 112 w 902"/>
              <a:gd name="T7" fmla="*/ 475 h 901"/>
              <a:gd name="T8" fmla="*/ 81 w 902"/>
              <a:gd name="T9" fmla="*/ 422 h 901"/>
              <a:gd name="T10" fmla="*/ 64 w 902"/>
              <a:gd name="T11" fmla="*/ 360 h 901"/>
              <a:gd name="T12" fmla="*/ 61 w 902"/>
              <a:gd name="T13" fmla="*/ 294 h 901"/>
              <a:gd name="T14" fmla="*/ 76 w 902"/>
              <a:gd name="T15" fmla="*/ 231 h 901"/>
              <a:gd name="T16" fmla="*/ 104 w 902"/>
              <a:gd name="T17" fmla="*/ 175 h 901"/>
              <a:gd name="T18" fmla="*/ 145 w 902"/>
              <a:gd name="T19" fmla="*/ 128 h 901"/>
              <a:gd name="T20" fmla="*/ 197 w 902"/>
              <a:gd name="T21" fmla="*/ 92 h 901"/>
              <a:gd name="T22" fmla="*/ 256 w 902"/>
              <a:gd name="T23" fmla="*/ 69 h 901"/>
              <a:gd name="T24" fmla="*/ 320 w 902"/>
              <a:gd name="T25" fmla="*/ 60 h 901"/>
              <a:gd name="T26" fmla="*/ 385 w 902"/>
              <a:gd name="T27" fmla="*/ 69 h 901"/>
              <a:gd name="T28" fmla="*/ 444 w 902"/>
              <a:gd name="T29" fmla="*/ 92 h 901"/>
              <a:gd name="T30" fmla="*/ 495 w 902"/>
              <a:gd name="T31" fmla="*/ 128 h 901"/>
              <a:gd name="T32" fmla="*/ 537 w 902"/>
              <a:gd name="T33" fmla="*/ 175 h 901"/>
              <a:gd name="T34" fmla="*/ 564 w 902"/>
              <a:gd name="T35" fmla="*/ 231 h 901"/>
              <a:gd name="T36" fmla="*/ 579 w 902"/>
              <a:gd name="T37" fmla="*/ 294 h 901"/>
              <a:gd name="T38" fmla="*/ 577 w 902"/>
              <a:gd name="T39" fmla="*/ 360 h 901"/>
              <a:gd name="T40" fmla="*/ 560 w 902"/>
              <a:gd name="T41" fmla="*/ 422 h 901"/>
              <a:gd name="T42" fmla="*/ 529 w 902"/>
              <a:gd name="T43" fmla="*/ 475 h 901"/>
              <a:gd name="T44" fmla="*/ 486 w 902"/>
              <a:gd name="T45" fmla="*/ 520 h 901"/>
              <a:gd name="T46" fmla="*/ 432 w 902"/>
              <a:gd name="T47" fmla="*/ 555 h 901"/>
              <a:gd name="T48" fmla="*/ 372 w 902"/>
              <a:gd name="T49" fmla="*/ 575 h 901"/>
              <a:gd name="T50" fmla="*/ 320 w 902"/>
              <a:gd name="T51" fmla="*/ 580 h 901"/>
              <a:gd name="T52" fmla="*/ 591 w 902"/>
              <a:gd name="T53" fmla="*/ 491 h 901"/>
              <a:gd name="T54" fmla="*/ 621 w 902"/>
              <a:gd name="T55" fmla="*/ 430 h 901"/>
              <a:gd name="T56" fmla="*/ 637 w 902"/>
              <a:gd name="T57" fmla="*/ 363 h 901"/>
              <a:gd name="T58" fmla="*/ 638 w 902"/>
              <a:gd name="T59" fmla="*/ 288 h 901"/>
              <a:gd name="T60" fmla="*/ 621 w 902"/>
              <a:gd name="T61" fmla="*/ 211 h 901"/>
              <a:gd name="T62" fmla="*/ 586 w 902"/>
              <a:gd name="T63" fmla="*/ 142 h 901"/>
              <a:gd name="T64" fmla="*/ 535 w 902"/>
              <a:gd name="T65" fmla="*/ 83 h 901"/>
              <a:gd name="T66" fmla="*/ 473 w 902"/>
              <a:gd name="T67" fmla="*/ 39 h 901"/>
              <a:gd name="T68" fmla="*/ 400 w 902"/>
              <a:gd name="T69" fmla="*/ 10 h 901"/>
              <a:gd name="T70" fmla="*/ 320 w 902"/>
              <a:gd name="T71" fmla="*/ 0 h 901"/>
              <a:gd name="T72" fmla="*/ 241 w 902"/>
              <a:gd name="T73" fmla="*/ 10 h 901"/>
              <a:gd name="T74" fmla="*/ 168 w 902"/>
              <a:gd name="T75" fmla="*/ 39 h 901"/>
              <a:gd name="T76" fmla="*/ 105 w 902"/>
              <a:gd name="T77" fmla="*/ 83 h 901"/>
              <a:gd name="T78" fmla="*/ 55 w 902"/>
              <a:gd name="T79" fmla="*/ 142 h 901"/>
              <a:gd name="T80" fmla="*/ 20 w 902"/>
              <a:gd name="T81" fmla="*/ 211 h 901"/>
              <a:gd name="T82" fmla="*/ 1 w 902"/>
              <a:gd name="T83" fmla="*/ 288 h 901"/>
              <a:gd name="T84" fmla="*/ 3 w 902"/>
              <a:gd name="T85" fmla="*/ 369 h 901"/>
              <a:gd name="T86" fmla="*/ 25 w 902"/>
              <a:gd name="T87" fmla="*/ 445 h 901"/>
              <a:gd name="T88" fmla="*/ 64 w 902"/>
              <a:gd name="T89" fmla="*/ 512 h 901"/>
              <a:gd name="T90" fmla="*/ 117 w 902"/>
              <a:gd name="T91" fmla="*/ 568 h 901"/>
              <a:gd name="T92" fmla="*/ 182 w 902"/>
              <a:gd name="T93" fmla="*/ 608 h 901"/>
              <a:gd name="T94" fmla="*/ 256 w 902"/>
              <a:gd name="T95" fmla="*/ 634 h 901"/>
              <a:gd name="T96" fmla="*/ 335 w 902"/>
              <a:gd name="T97" fmla="*/ 641 h 901"/>
              <a:gd name="T98" fmla="*/ 405 w 902"/>
              <a:gd name="T99" fmla="*/ 630 h 901"/>
              <a:gd name="T100" fmla="*/ 468 w 902"/>
              <a:gd name="T101" fmla="*/ 604 h 901"/>
              <a:gd name="T102" fmla="*/ 525 w 902"/>
              <a:gd name="T103" fmla="*/ 567 h 901"/>
              <a:gd name="T104" fmla="*/ 871 w 902"/>
              <a:gd name="T105" fmla="*/ 901 h 901"/>
              <a:gd name="T106" fmla="*/ 897 w 902"/>
              <a:gd name="T107" fmla="*/ 888 h 901"/>
              <a:gd name="T108" fmla="*/ 899 w 902"/>
              <a:gd name="T109" fmla="*/ 860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02" h="901">
                <a:moveTo>
                  <a:pt x="320" y="580"/>
                </a:moveTo>
                <a:lnTo>
                  <a:pt x="307" y="580"/>
                </a:lnTo>
                <a:lnTo>
                  <a:pt x="294" y="579"/>
                </a:lnTo>
                <a:lnTo>
                  <a:pt x="281" y="577"/>
                </a:lnTo>
                <a:lnTo>
                  <a:pt x="268" y="575"/>
                </a:lnTo>
                <a:lnTo>
                  <a:pt x="256" y="572"/>
                </a:lnTo>
                <a:lnTo>
                  <a:pt x="243" y="569"/>
                </a:lnTo>
                <a:lnTo>
                  <a:pt x="231" y="564"/>
                </a:lnTo>
                <a:lnTo>
                  <a:pt x="219" y="560"/>
                </a:lnTo>
                <a:lnTo>
                  <a:pt x="207" y="555"/>
                </a:lnTo>
                <a:lnTo>
                  <a:pt x="197" y="549"/>
                </a:lnTo>
                <a:lnTo>
                  <a:pt x="186" y="543"/>
                </a:lnTo>
                <a:lnTo>
                  <a:pt x="175" y="535"/>
                </a:lnTo>
                <a:lnTo>
                  <a:pt x="164" y="529"/>
                </a:lnTo>
                <a:lnTo>
                  <a:pt x="155" y="520"/>
                </a:lnTo>
                <a:lnTo>
                  <a:pt x="145" y="513"/>
                </a:lnTo>
                <a:lnTo>
                  <a:pt x="136" y="504"/>
                </a:lnTo>
                <a:lnTo>
                  <a:pt x="128" y="495"/>
                </a:lnTo>
                <a:lnTo>
                  <a:pt x="119" y="486"/>
                </a:lnTo>
                <a:lnTo>
                  <a:pt x="112" y="475"/>
                </a:lnTo>
                <a:lnTo>
                  <a:pt x="104" y="466"/>
                </a:lnTo>
                <a:lnTo>
                  <a:pt x="98" y="455"/>
                </a:lnTo>
                <a:lnTo>
                  <a:pt x="91" y="444"/>
                </a:lnTo>
                <a:lnTo>
                  <a:pt x="86" y="432"/>
                </a:lnTo>
                <a:lnTo>
                  <a:pt x="81" y="422"/>
                </a:lnTo>
                <a:lnTo>
                  <a:pt x="76" y="410"/>
                </a:lnTo>
                <a:lnTo>
                  <a:pt x="72" y="397"/>
                </a:lnTo>
                <a:lnTo>
                  <a:pt x="69" y="385"/>
                </a:lnTo>
                <a:lnTo>
                  <a:pt x="66" y="372"/>
                </a:lnTo>
                <a:lnTo>
                  <a:pt x="64" y="360"/>
                </a:lnTo>
                <a:lnTo>
                  <a:pt x="61" y="347"/>
                </a:lnTo>
                <a:lnTo>
                  <a:pt x="60" y="334"/>
                </a:lnTo>
                <a:lnTo>
                  <a:pt x="60" y="320"/>
                </a:lnTo>
                <a:lnTo>
                  <a:pt x="60" y="307"/>
                </a:lnTo>
                <a:lnTo>
                  <a:pt x="61" y="294"/>
                </a:lnTo>
                <a:lnTo>
                  <a:pt x="64" y="281"/>
                </a:lnTo>
                <a:lnTo>
                  <a:pt x="66" y="268"/>
                </a:lnTo>
                <a:lnTo>
                  <a:pt x="69" y="256"/>
                </a:lnTo>
                <a:lnTo>
                  <a:pt x="72" y="243"/>
                </a:lnTo>
                <a:lnTo>
                  <a:pt x="76" y="231"/>
                </a:lnTo>
                <a:lnTo>
                  <a:pt x="81" y="219"/>
                </a:lnTo>
                <a:lnTo>
                  <a:pt x="86" y="207"/>
                </a:lnTo>
                <a:lnTo>
                  <a:pt x="91" y="197"/>
                </a:lnTo>
                <a:lnTo>
                  <a:pt x="98" y="186"/>
                </a:lnTo>
                <a:lnTo>
                  <a:pt x="104" y="175"/>
                </a:lnTo>
                <a:lnTo>
                  <a:pt x="112" y="164"/>
                </a:lnTo>
                <a:lnTo>
                  <a:pt x="119" y="155"/>
                </a:lnTo>
                <a:lnTo>
                  <a:pt x="128" y="145"/>
                </a:lnTo>
                <a:lnTo>
                  <a:pt x="136" y="137"/>
                </a:lnTo>
                <a:lnTo>
                  <a:pt x="145" y="128"/>
                </a:lnTo>
                <a:lnTo>
                  <a:pt x="155" y="119"/>
                </a:lnTo>
                <a:lnTo>
                  <a:pt x="164" y="112"/>
                </a:lnTo>
                <a:lnTo>
                  <a:pt x="175" y="104"/>
                </a:lnTo>
                <a:lnTo>
                  <a:pt x="186" y="98"/>
                </a:lnTo>
                <a:lnTo>
                  <a:pt x="197" y="92"/>
                </a:lnTo>
                <a:lnTo>
                  <a:pt x="207" y="86"/>
                </a:lnTo>
                <a:lnTo>
                  <a:pt x="219" y="81"/>
                </a:lnTo>
                <a:lnTo>
                  <a:pt x="231" y="77"/>
                </a:lnTo>
                <a:lnTo>
                  <a:pt x="243" y="72"/>
                </a:lnTo>
                <a:lnTo>
                  <a:pt x="256" y="69"/>
                </a:lnTo>
                <a:lnTo>
                  <a:pt x="268" y="66"/>
                </a:lnTo>
                <a:lnTo>
                  <a:pt x="281" y="64"/>
                </a:lnTo>
                <a:lnTo>
                  <a:pt x="294" y="61"/>
                </a:lnTo>
                <a:lnTo>
                  <a:pt x="307" y="60"/>
                </a:lnTo>
                <a:lnTo>
                  <a:pt x="320" y="60"/>
                </a:lnTo>
                <a:lnTo>
                  <a:pt x="334" y="60"/>
                </a:lnTo>
                <a:lnTo>
                  <a:pt x="347" y="61"/>
                </a:lnTo>
                <a:lnTo>
                  <a:pt x="360" y="64"/>
                </a:lnTo>
                <a:lnTo>
                  <a:pt x="372" y="66"/>
                </a:lnTo>
                <a:lnTo>
                  <a:pt x="385" y="69"/>
                </a:lnTo>
                <a:lnTo>
                  <a:pt x="397" y="72"/>
                </a:lnTo>
                <a:lnTo>
                  <a:pt x="410" y="77"/>
                </a:lnTo>
                <a:lnTo>
                  <a:pt x="422" y="81"/>
                </a:lnTo>
                <a:lnTo>
                  <a:pt x="432" y="86"/>
                </a:lnTo>
                <a:lnTo>
                  <a:pt x="444" y="92"/>
                </a:lnTo>
                <a:lnTo>
                  <a:pt x="455" y="98"/>
                </a:lnTo>
                <a:lnTo>
                  <a:pt x="466" y="104"/>
                </a:lnTo>
                <a:lnTo>
                  <a:pt x="475" y="112"/>
                </a:lnTo>
                <a:lnTo>
                  <a:pt x="486" y="119"/>
                </a:lnTo>
                <a:lnTo>
                  <a:pt x="495" y="128"/>
                </a:lnTo>
                <a:lnTo>
                  <a:pt x="504" y="137"/>
                </a:lnTo>
                <a:lnTo>
                  <a:pt x="513" y="145"/>
                </a:lnTo>
                <a:lnTo>
                  <a:pt x="522" y="155"/>
                </a:lnTo>
                <a:lnTo>
                  <a:pt x="529" y="164"/>
                </a:lnTo>
                <a:lnTo>
                  <a:pt x="537" y="175"/>
                </a:lnTo>
                <a:lnTo>
                  <a:pt x="543" y="186"/>
                </a:lnTo>
                <a:lnTo>
                  <a:pt x="549" y="197"/>
                </a:lnTo>
                <a:lnTo>
                  <a:pt x="555" y="207"/>
                </a:lnTo>
                <a:lnTo>
                  <a:pt x="560" y="219"/>
                </a:lnTo>
                <a:lnTo>
                  <a:pt x="564" y="231"/>
                </a:lnTo>
                <a:lnTo>
                  <a:pt x="569" y="243"/>
                </a:lnTo>
                <a:lnTo>
                  <a:pt x="572" y="256"/>
                </a:lnTo>
                <a:lnTo>
                  <a:pt x="575" y="268"/>
                </a:lnTo>
                <a:lnTo>
                  <a:pt x="577" y="281"/>
                </a:lnTo>
                <a:lnTo>
                  <a:pt x="579" y="294"/>
                </a:lnTo>
                <a:lnTo>
                  <a:pt x="580" y="307"/>
                </a:lnTo>
                <a:lnTo>
                  <a:pt x="580" y="320"/>
                </a:lnTo>
                <a:lnTo>
                  <a:pt x="580" y="334"/>
                </a:lnTo>
                <a:lnTo>
                  <a:pt x="579" y="347"/>
                </a:lnTo>
                <a:lnTo>
                  <a:pt x="577" y="360"/>
                </a:lnTo>
                <a:lnTo>
                  <a:pt x="575" y="372"/>
                </a:lnTo>
                <a:lnTo>
                  <a:pt x="572" y="385"/>
                </a:lnTo>
                <a:lnTo>
                  <a:pt x="569" y="397"/>
                </a:lnTo>
                <a:lnTo>
                  <a:pt x="564" y="410"/>
                </a:lnTo>
                <a:lnTo>
                  <a:pt x="560" y="422"/>
                </a:lnTo>
                <a:lnTo>
                  <a:pt x="555" y="432"/>
                </a:lnTo>
                <a:lnTo>
                  <a:pt x="549" y="444"/>
                </a:lnTo>
                <a:lnTo>
                  <a:pt x="543" y="455"/>
                </a:lnTo>
                <a:lnTo>
                  <a:pt x="537" y="466"/>
                </a:lnTo>
                <a:lnTo>
                  <a:pt x="529" y="475"/>
                </a:lnTo>
                <a:lnTo>
                  <a:pt x="522" y="486"/>
                </a:lnTo>
                <a:lnTo>
                  <a:pt x="513" y="495"/>
                </a:lnTo>
                <a:lnTo>
                  <a:pt x="504" y="504"/>
                </a:lnTo>
                <a:lnTo>
                  <a:pt x="495" y="513"/>
                </a:lnTo>
                <a:lnTo>
                  <a:pt x="486" y="520"/>
                </a:lnTo>
                <a:lnTo>
                  <a:pt x="475" y="529"/>
                </a:lnTo>
                <a:lnTo>
                  <a:pt x="466" y="535"/>
                </a:lnTo>
                <a:lnTo>
                  <a:pt x="455" y="543"/>
                </a:lnTo>
                <a:lnTo>
                  <a:pt x="444" y="549"/>
                </a:lnTo>
                <a:lnTo>
                  <a:pt x="432" y="555"/>
                </a:lnTo>
                <a:lnTo>
                  <a:pt x="422" y="560"/>
                </a:lnTo>
                <a:lnTo>
                  <a:pt x="410" y="564"/>
                </a:lnTo>
                <a:lnTo>
                  <a:pt x="397" y="569"/>
                </a:lnTo>
                <a:lnTo>
                  <a:pt x="385" y="572"/>
                </a:lnTo>
                <a:lnTo>
                  <a:pt x="372" y="575"/>
                </a:lnTo>
                <a:lnTo>
                  <a:pt x="360" y="577"/>
                </a:lnTo>
                <a:lnTo>
                  <a:pt x="347" y="579"/>
                </a:lnTo>
                <a:lnTo>
                  <a:pt x="334" y="580"/>
                </a:lnTo>
                <a:lnTo>
                  <a:pt x="320" y="580"/>
                </a:lnTo>
                <a:lnTo>
                  <a:pt x="320" y="580"/>
                </a:lnTo>
                <a:close/>
                <a:moveTo>
                  <a:pt x="893" y="851"/>
                </a:moveTo>
                <a:lnTo>
                  <a:pt x="567" y="525"/>
                </a:lnTo>
                <a:lnTo>
                  <a:pt x="575" y="514"/>
                </a:lnTo>
                <a:lnTo>
                  <a:pt x="584" y="503"/>
                </a:lnTo>
                <a:lnTo>
                  <a:pt x="591" y="491"/>
                </a:lnTo>
                <a:lnTo>
                  <a:pt x="598" y="480"/>
                </a:lnTo>
                <a:lnTo>
                  <a:pt x="604" y="468"/>
                </a:lnTo>
                <a:lnTo>
                  <a:pt x="611" y="456"/>
                </a:lnTo>
                <a:lnTo>
                  <a:pt x="616" y="443"/>
                </a:lnTo>
                <a:lnTo>
                  <a:pt x="621" y="430"/>
                </a:lnTo>
                <a:lnTo>
                  <a:pt x="626" y="417"/>
                </a:lnTo>
                <a:lnTo>
                  <a:pt x="630" y="405"/>
                </a:lnTo>
                <a:lnTo>
                  <a:pt x="633" y="391"/>
                </a:lnTo>
                <a:lnTo>
                  <a:pt x="635" y="377"/>
                </a:lnTo>
                <a:lnTo>
                  <a:pt x="637" y="363"/>
                </a:lnTo>
                <a:lnTo>
                  <a:pt x="639" y="349"/>
                </a:lnTo>
                <a:lnTo>
                  <a:pt x="641" y="335"/>
                </a:lnTo>
                <a:lnTo>
                  <a:pt x="641" y="320"/>
                </a:lnTo>
                <a:lnTo>
                  <a:pt x="641" y="304"/>
                </a:lnTo>
                <a:lnTo>
                  <a:pt x="638" y="288"/>
                </a:lnTo>
                <a:lnTo>
                  <a:pt x="637" y="272"/>
                </a:lnTo>
                <a:lnTo>
                  <a:pt x="634" y="256"/>
                </a:lnTo>
                <a:lnTo>
                  <a:pt x="631" y="241"/>
                </a:lnTo>
                <a:lnTo>
                  <a:pt x="627" y="226"/>
                </a:lnTo>
                <a:lnTo>
                  <a:pt x="621" y="211"/>
                </a:lnTo>
                <a:lnTo>
                  <a:pt x="616" y="196"/>
                </a:lnTo>
                <a:lnTo>
                  <a:pt x="609" y="182"/>
                </a:lnTo>
                <a:lnTo>
                  <a:pt x="602" y="168"/>
                </a:lnTo>
                <a:lnTo>
                  <a:pt x="594" y="155"/>
                </a:lnTo>
                <a:lnTo>
                  <a:pt x="586" y="142"/>
                </a:lnTo>
                <a:lnTo>
                  <a:pt x="577" y="129"/>
                </a:lnTo>
                <a:lnTo>
                  <a:pt x="568" y="117"/>
                </a:lnTo>
                <a:lnTo>
                  <a:pt x="557" y="105"/>
                </a:lnTo>
                <a:lnTo>
                  <a:pt x="546" y="94"/>
                </a:lnTo>
                <a:lnTo>
                  <a:pt x="535" y="83"/>
                </a:lnTo>
                <a:lnTo>
                  <a:pt x="524" y="73"/>
                </a:lnTo>
                <a:lnTo>
                  <a:pt x="512" y="64"/>
                </a:lnTo>
                <a:lnTo>
                  <a:pt x="499" y="55"/>
                </a:lnTo>
                <a:lnTo>
                  <a:pt x="486" y="46"/>
                </a:lnTo>
                <a:lnTo>
                  <a:pt x="473" y="39"/>
                </a:lnTo>
                <a:lnTo>
                  <a:pt x="459" y="31"/>
                </a:lnTo>
                <a:lnTo>
                  <a:pt x="445" y="25"/>
                </a:lnTo>
                <a:lnTo>
                  <a:pt x="430" y="20"/>
                </a:lnTo>
                <a:lnTo>
                  <a:pt x="415" y="14"/>
                </a:lnTo>
                <a:lnTo>
                  <a:pt x="400" y="10"/>
                </a:lnTo>
                <a:lnTo>
                  <a:pt x="385" y="7"/>
                </a:lnTo>
                <a:lnTo>
                  <a:pt x="369" y="4"/>
                </a:lnTo>
                <a:lnTo>
                  <a:pt x="353" y="1"/>
                </a:lnTo>
                <a:lnTo>
                  <a:pt x="337" y="0"/>
                </a:lnTo>
                <a:lnTo>
                  <a:pt x="320" y="0"/>
                </a:lnTo>
                <a:lnTo>
                  <a:pt x="304" y="0"/>
                </a:lnTo>
                <a:lnTo>
                  <a:pt x="288" y="1"/>
                </a:lnTo>
                <a:lnTo>
                  <a:pt x="272" y="4"/>
                </a:lnTo>
                <a:lnTo>
                  <a:pt x="256" y="7"/>
                </a:lnTo>
                <a:lnTo>
                  <a:pt x="241" y="10"/>
                </a:lnTo>
                <a:lnTo>
                  <a:pt x="225" y="14"/>
                </a:lnTo>
                <a:lnTo>
                  <a:pt x="210" y="20"/>
                </a:lnTo>
                <a:lnTo>
                  <a:pt x="195" y="25"/>
                </a:lnTo>
                <a:lnTo>
                  <a:pt x="182" y="31"/>
                </a:lnTo>
                <a:lnTo>
                  <a:pt x="168" y="39"/>
                </a:lnTo>
                <a:lnTo>
                  <a:pt x="155" y="46"/>
                </a:lnTo>
                <a:lnTo>
                  <a:pt x="142" y="55"/>
                </a:lnTo>
                <a:lnTo>
                  <a:pt x="129" y="64"/>
                </a:lnTo>
                <a:lnTo>
                  <a:pt x="117" y="73"/>
                </a:lnTo>
                <a:lnTo>
                  <a:pt x="105" y="83"/>
                </a:lnTo>
                <a:lnTo>
                  <a:pt x="94" y="94"/>
                </a:lnTo>
                <a:lnTo>
                  <a:pt x="84" y="105"/>
                </a:lnTo>
                <a:lnTo>
                  <a:pt x="73" y="117"/>
                </a:lnTo>
                <a:lnTo>
                  <a:pt x="64" y="129"/>
                </a:lnTo>
                <a:lnTo>
                  <a:pt x="55" y="142"/>
                </a:lnTo>
                <a:lnTo>
                  <a:pt x="46" y="155"/>
                </a:lnTo>
                <a:lnTo>
                  <a:pt x="39" y="168"/>
                </a:lnTo>
                <a:lnTo>
                  <a:pt x="31" y="182"/>
                </a:lnTo>
                <a:lnTo>
                  <a:pt x="25" y="196"/>
                </a:lnTo>
                <a:lnTo>
                  <a:pt x="20" y="211"/>
                </a:lnTo>
                <a:lnTo>
                  <a:pt x="14" y="226"/>
                </a:lnTo>
                <a:lnTo>
                  <a:pt x="10" y="241"/>
                </a:lnTo>
                <a:lnTo>
                  <a:pt x="7" y="256"/>
                </a:lnTo>
                <a:lnTo>
                  <a:pt x="3" y="272"/>
                </a:lnTo>
                <a:lnTo>
                  <a:pt x="1" y="288"/>
                </a:lnTo>
                <a:lnTo>
                  <a:pt x="0" y="304"/>
                </a:lnTo>
                <a:lnTo>
                  <a:pt x="0" y="320"/>
                </a:lnTo>
                <a:lnTo>
                  <a:pt x="0" y="337"/>
                </a:lnTo>
                <a:lnTo>
                  <a:pt x="1" y="353"/>
                </a:lnTo>
                <a:lnTo>
                  <a:pt x="3" y="369"/>
                </a:lnTo>
                <a:lnTo>
                  <a:pt x="7" y="385"/>
                </a:lnTo>
                <a:lnTo>
                  <a:pt x="10" y="400"/>
                </a:lnTo>
                <a:lnTo>
                  <a:pt x="14" y="415"/>
                </a:lnTo>
                <a:lnTo>
                  <a:pt x="20" y="430"/>
                </a:lnTo>
                <a:lnTo>
                  <a:pt x="25" y="445"/>
                </a:lnTo>
                <a:lnTo>
                  <a:pt x="31" y="459"/>
                </a:lnTo>
                <a:lnTo>
                  <a:pt x="39" y="473"/>
                </a:lnTo>
                <a:lnTo>
                  <a:pt x="46" y="486"/>
                </a:lnTo>
                <a:lnTo>
                  <a:pt x="55" y="499"/>
                </a:lnTo>
                <a:lnTo>
                  <a:pt x="64" y="512"/>
                </a:lnTo>
                <a:lnTo>
                  <a:pt x="73" y="524"/>
                </a:lnTo>
                <a:lnTo>
                  <a:pt x="84" y="535"/>
                </a:lnTo>
                <a:lnTo>
                  <a:pt x="94" y="546"/>
                </a:lnTo>
                <a:lnTo>
                  <a:pt x="105" y="557"/>
                </a:lnTo>
                <a:lnTo>
                  <a:pt x="117" y="568"/>
                </a:lnTo>
                <a:lnTo>
                  <a:pt x="129" y="577"/>
                </a:lnTo>
                <a:lnTo>
                  <a:pt x="142" y="586"/>
                </a:lnTo>
                <a:lnTo>
                  <a:pt x="155" y="594"/>
                </a:lnTo>
                <a:lnTo>
                  <a:pt x="168" y="602"/>
                </a:lnTo>
                <a:lnTo>
                  <a:pt x="182" y="608"/>
                </a:lnTo>
                <a:lnTo>
                  <a:pt x="195" y="615"/>
                </a:lnTo>
                <a:lnTo>
                  <a:pt x="210" y="621"/>
                </a:lnTo>
                <a:lnTo>
                  <a:pt x="225" y="627"/>
                </a:lnTo>
                <a:lnTo>
                  <a:pt x="241" y="631"/>
                </a:lnTo>
                <a:lnTo>
                  <a:pt x="256" y="634"/>
                </a:lnTo>
                <a:lnTo>
                  <a:pt x="272" y="637"/>
                </a:lnTo>
                <a:lnTo>
                  <a:pt x="288" y="638"/>
                </a:lnTo>
                <a:lnTo>
                  <a:pt x="304" y="641"/>
                </a:lnTo>
                <a:lnTo>
                  <a:pt x="320" y="641"/>
                </a:lnTo>
                <a:lnTo>
                  <a:pt x="335" y="641"/>
                </a:lnTo>
                <a:lnTo>
                  <a:pt x="349" y="639"/>
                </a:lnTo>
                <a:lnTo>
                  <a:pt x="363" y="637"/>
                </a:lnTo>
                <a:lnTo>
                  <a:pt x="377" y="635"/>
                </a:lnTo>
                <a:lnTo>
                  <a:pt x="391" y="633"/>
                </a:lnTo>
                <a:lnTo>
                  <a:pt x="405" y="630"/>
                </a:lnTo>
                <a:lnTo>
                  <a:pt x="417" y="625"/>
                </a:lnTo>
                <a:lnTo>
                  <a:pt x="430" y="621"/>
                </a:lnTo>
                <a:lnTo>
                  <a:pt x="443" y="616"/>
                </a:lnTo>
                <a:lnTo>
                  <a:pt x="456" y="610"/>
                </a:lnTo>
                <a:lnTo>
                  <a:pt x="468" y="604"/>
                </a:lnTo>
                <a:lnTo>
                  <a:pt x="480" y="598"/>
                </a:lnTo>
                <a:lnTo>
                  <a:pt x="491" y="591"/>
                </a:lnTo>
                <a:lnTo>
                  <a:pt x="503" y="584"/>
                </a:lnTo>
                <a:lnTo>
                  <a:pt x="514" y="575"/>
                </a:lnTo>
                <a:lnTo>
                  <a:pt x="525" y="567"/>
                </a:lnTo>
                <a:lnTo>
                  <a:pt x="851" y="892"/>
                </a:lnTo>
                <a:lnTo>
                  <a:pt x="855" y="897"/>
                </a:lnTo>
                <a:lnTo>
                  <a:pt x="860" y="899"/>
                </a:lnTo>
                <a:lnTo>
                  <a:pt x="866" y="901"/>
                </a:lnTo>
                <a:lnTo>
                  <a:pt x="871" y="901"/>
                </a:lnTo>
                <a:lnTo>
                  <a:pt x="878" y="901"/>
                </a:lnTo>
                <a:lnTo>
                  <a:pt x="883" y="899"/>
                </a:lnTo>
                <a:lnTo>
                  <a:pt x="888" y="897"/>
                </a:lnTo>
                <a:lnTo>
                  <a:pt x="893" y="892"/>
                </a:lnTo>
                <a:lnTo>
                  <a:pt x="897" y="888"/>
                </a:lnTo>
                <a:lnTo>
                  <a:pt x="899" y="883"/>
                </a:lnTo>
                <a:lnTo>
                  <a:pt x="901" y="877"/>
                </a:lnTo>
                <a:lnTo>
                  <a:pt x="902" y="871"/>
                </a:lnTo>
                <a:lnTo>
                  <a:pt x="901" y="866"/>
                </a:lnTo>
                <a:lnTo>
                  <a:pt x="899" y="860"/>
                </a:lnTo>
                <a:lnTo>
                  <a:pt x="897" y="855"/>
                </a:lnTo>
                <a:lnTo>
                  <a:pt x="893" y="851"/>
                </a:ln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es-ES" dirty="0"/>
          </a:p>
        </p:txBody>
      </p:sp>
      <p:grpSp>
        <p:nvGrpSpPr>
          <p:cNvPr id="50" name="Grupo 49" descr="Icono de papel y bolígrafo. ">
            <a:extLst>
              <a:ext uri="{FF2B5EF4-FFF2-40B4-BE49-F238E27FC236}">
                <a16:creationId xmlns:a16="http://schemas.microsoft.com/office/drawing/2014/main" id="{2FA1B3F0-F0C6-4C2E-ABD3-6AE2AAF66A07}"/>
              </a:ext>
            </a:extLst>
          </p:cNvPr>
          <p:cNvGrpSpPr/>
          <p:nvPr/>
        </p:nvGrpSpPr>
        <p:grpSpPr>
          <a:xfrm>
            <a:off x="1989538" y="1368977"/>
            <a:ext cx="287337" cy="285750"/>
            <a:chOff x="7018338" y="4656138"/>
            <a:chExt cx="287337" cy="285750"/>
          </a:xfrm>
          <a:solidFill>
            <a:schemeClr val="bg1"/>
          </a:solidFill>
        </p:grpSpPr>
        <p:sp>
          <p:nvSpPr>
            <p:cNvPr id="51" name="Forma libre 4604">
              <a:extLst>
                <a:ext uri="{FF2B5EF4-FFF2-40B4-BE49-F238E27FC236}">
                  <a16:creationId xmlns:a16="http://schemas.microsoft.com/office/drawing/2014/main" id="{F6337A0B-842D-4F0F-B93C-DA957BFFC13E}"/>
                </a:ext>
              </a:extLst>
            </p:cNvPr>
            <p:cNvSpPr>
              <a:spLocks noEditPoints="1"/>
            </p:cNvSpPr>
            <p:nvPr/>
          </p:nvSpPr>
          <p:spPr bwMode="auto">
            <a:xfrm>
              <a:off x="7018338" y="4656138"/>
              <a:ext cx="230188" cy="285750"/>
            </a:xfrm>
            <a:custGeom>
              <a:avLst/>
              <a:gdLst>
                <a:gd name="T0" fmla="*/ 351 w 723"/>
                <a:gd name="T1" fmla="*/ 416 h 903"/>
                <a:gd name="T2" fmla="*/ 348 w 723"/>
                <a:gd name="T3" fmla="*/ 400 h 903"/>
                <a:gd name="T4" fmla="*/ 362 w 723"/>
                <a:gd name="T5" fmla="*/ 391 h 903"/>
                <a:gd name="T6" fmla="*/ 525 w 723"/>
                <a:gd name="T7" fmla="*/ 398 h 903"/>
                <a:gd name="T8" fmla="*/ 525 w 723"/>
                <a:gd name="T9" fmla="*/ 414 h 903"/>
                <a:gd name="T10" fmla="*/ 513 w 723"/>
                <a:gd name="T11" fmla="*/ 572 h 903"/>
                <a:gd name="T12" fmla="*/ 349 w 723"/>
                <a:gd name="T13" fmla="*/ 565 h 903"/>
                <a:gd name="T14" fmla="*/ 349 w 723"/>
                <a:gd name="T15" fmla="*/ 548 h 903"/>
                <a:gd name="T16" fmla="*/ 513 w 723"/>
                <a:gd name="T17" fmla="*/ 542 h 903"/>
                <a:gd name="T18" fmla="*/ 526 w 723"/>
                <a:gd name="T19" fmla="*/ 551 h 903"/>
                <a:gd name="T20" fmla="*/ 523 w 723"/>
                <a:gd name="T21" fmla="*/ 568 h 903"/>
                <a:gd name="T22" fmla="*/ 362 w 723"/>
                <a:gd name="T23" fmla="*/ 722 h 903"/>
                <a:gd name="T24" fmla="*/ 348 w 723"/>
                <a:gd name="T25" fmla="*/ 713 h 903"/>
                <a:gd name="T26" fmla="*/ 351 w 723"/>
                <a:gd name="T27" fmla="*/ 696 h 903"/>
                <a:gd name="T28" fmla="*/ 515 w 723"/>
                <a:gd name="T29" fmla="*/ 693 h 903"/>
                <a:gd name="T30" fmla="*/ 528 w 723"/>
                <a:gd name="T31" fmla="*/ 704 h 903"/>
                <a:gd name="T32" fmla="*/ 521 w 723"/>
                <a:gd name="T33" fmla="*/ 720 h 903"/>
                <a:gd name="T34" fmla="*/ 232 w 723"/>
                <a:gd name="T35" fmla="*/ 405 h 903"/>
                <a:gd name="T36" fmla="*/ 198 w 723"/>
                <a:gd name="T37" fmla="*/ 381 h 903"/>
                <a:gd name="T38" fmla="*/ 200 w 723"/>
                <a:gd name="T39" fmla="*/ 365 h 903"/>
                <a:gd name="T40" fmla="*/ 217 w 723"/>
                <a:gd name="T41" fmla="*/ 362 h 903"/>
                <a:gd name="T42" fmla="*/ 296 w 723"/>
                <a:gd name="T43" fmla="*/ 302 h 903"/>
                <a:gd name="T44" fmla="*/ 312 w 723"/>
                <a:gd name="T45" fmla="*/ 306 h 903"/>
                <a:gd name="T46" fmla="*/ 315 w 723"/>
                <a:gd name="T47" fmla="*/ 321 h 903"/>
                <a:gd name="T48" fmla="*/ 226 w 723"/>
                <a:gd name="T49" fmla="*/ 556 h 903"/>
                <a:gd name="T50" fmla="*/ 197 w 723"/>
                <a:gd name="T51" fmla="*/ 529 h 903"/>
                <a:gd name="T52" fmla="*/ 203 w 723"/>
                <a:gd name="T53" fmla="*/ 514 h 903"/>
                <a:gd name="T54" fmla="*/ 219 w 723"/>
                <a:gd name="T55" fmla="*/ 514 h 903"/>
                <a:gd name="T56" fmla="*/ 298 w 723"/>
                <a:gd name="T57" fmla="*/ 451 h 903"/>
                <a:gd name="T58" fmla="*/ 314 w 723"/>
                <a:gd name="T59" fmla="*/ 458 h 903"/>
                <a:gd name="T60" fmla="*/ 314 w 723"/>
                <a:gd name="T61" fmla="*/ 475 h 903"/>
                <a:gd name="T62" fmla="*/ 155 w 723"/>
                <a:gd name="T63" fmla="*/ 238 h 903"/>
                <a:gd name="T64" fmla="*/ 208 w 723"/>
                <a:gd name="T65" fmla="*/ 197 h 903"/>
                <a:gd name="T66" fmla="*/ 164 w 723"/>
                <a:gd name="T67" fmla="*/ 236 h 903"/>
                <a:gd name="T68" fmla="*/ 31 w 723"/>
                <a:gd name="T69" fmla="*/ 125 h 903"/>
                <a:gd name="T70" fmla="*/ 53 w 723"/>
                <a:gd name="T71" fmla="*/ 68 h 903"/>
                <a:gd name="T72" fmla="*/ 101 w 723"/>
                <a:gd name="T73" fmla="*/ 35 h 903"/>
                <a:gd name="T74" fmla="*/ 150 w 723"/>
                <a:gd name="T75" fmla="*/ 36 h 903"/>
                <a:gd name="T76" fmla="*/ 210 w 723"/>
                <a:gd name="T77" fmla="*/ 80 h 903"/>
                <a:gd name="T78" fmla="*/ 226 w 723"/>
                <a:gd name="T79" fmla="*/ 143 h 903"/>
                <a:gd name="T80" fmla="*/ 125 w 723"/>
                <a:gd name="T81" fmla="*/ 154 h 903"/>
                <a:gd name="T82" fmla="*/ 136 w 723"/>
                <a:gd name="T83" fmla="*/ 0 h 903"/>
                <a:gd name="T84" fmla="*/ 104 w 723"/>
                <a:gd name="T85" fmla="*/ 2 h 903"/>
                <a:gd name="T86" fmla="*/ 39 w 723"/>
                <a:gd name="T87" fmla="*/ 40 h 903"/>
                <a:gd name="T88" fmla="*/ 4 w 723"/>
                <a:gd name="T89" fmla="*/ 108 h 903"/>
                <a:gd name="T90" fmla="*/ 4 w 723"/>
                <a:gd name="T91" fmla="*/ 625 h 903"/>
                <a:gd name="T92" fmla="*/ 121 w 723"/>
                <a:gd name="T93" fmla="*/ 632 h 903"/>
                <a:gd name="T94" fmla="*/ 128 w 723"/>
                <a:gd name="T95" fmla="*/ 901 h 903"/>
                <a:gd name="T96" fmla="*/ 593 w 723"/>
                <a:gd name="T97" fmla="*/ 902 h 903"/>
                <a:gd name="T98" fmla="*/ 603 w 723"/>
                <a:gd name="T99" fmla="*/ 888 h 903"/>
                <a:gd name="T100" fmla="*/ 660 w 723"/>
                <a:gd name="T101" fmla="*/ 248 h 903"/>
                <a:gd name="T102" fmla="*/ 708 w 723"/>
                <a:gd name="T103" fmla="*/ 194 h 903"/>
                <a:gd name="T104" fmla="*/ 723 w 723"/>
                <a:gd name="T105" fmla="*/ 121 h 903"/>
                <a:gd name="T106" fmla="*/ 691 w 723"/>
                <a:gd name="T107" fmla="*/ 50 h 903"/>
                <a:gd name="T108" fmla="*/ 627 w 723"/>
                <a:gd name="T109" fmla="*/ 6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3" h="903">
                  <a:moveTo>
                    <a:pt x="513" y="421"/>
                  </a:moveTo>
                  <a:lnTo>
                    <a:pt x="362" y="421"/>
                  </a:lnTo>
                  <a:lnTo>
                    <a:pt x="359" y="421"/>
                  </a:lnTo>
                  <a:lnTo>
                    <a:pt x="356" y="420"/>
                  </a:lnTo>
                  <a:lnTo>
                    <a:pt x="354" y="418"/>
                  </a:lnTo>
                  <a:lnTo>
                    <a:pt x="351" y="416"/>
                  </a:lnTo>
                  <a:lnTo>
                    <a:pt x="349" y="414"/>
                  </a:lnTo>
                  <a:lnTo>
                    <a:pt x="348" y="412"/>
                  </a:lnTo>
                  <a:lnTo>
                    <a:pt x="347" y="409"/>
                  </a:lnTo>
                  <a:lnTo>
                    <a:pt x="347" y="406"/>
                  </a:lnTo>
                  <a:lnTo>
                    <a:pt x="347" y="403"/>
                  </a:lnTo>
                  <a:lnTo>
                    <a:pt x="348" y="400"/>
                  </a:lnTo>
                  <a:lnTo>
                    <a:pt x="349" y="398"/>
                  </a:lnTo>
                  <a:lnTo>
                    <a:pt x="351" y="396"/>
                  </a:lnTo>
                  <a:lnTo>
                    <a:pt x="354" y="394"/>
                  </a:lnTo>
                  <a:lnTo>
                    <a:pt x="356" y="393"/>
                  </a:lnTo>
                  <a:lnTo>
                    <a:pt x="359" y="391"/>
                  </a:lnTo>
                  <a:lnTo>
                    <a:pt x="362" y="391"/>
                  </a:lnTo>
                  <a:lnTo>
                    <a:pt x="513" y="391"/>
                  </a:lnTo>
                  <a:lnTo>
                    <a:pt x="515" y="391"/>
                  </a:lnTo>
                  <a:lnTo>
                    <a:pt x="519" y="393"/>
                  </a:lnTo>
                  <a:lnTo>
                    <a:pt x="521" y="394"/>
                  </a:lnTo>
                  <a:lnTo>
                    <a:pt x="523" y="396"/>
                  </a:lnTo>
                  <a:lnTo>
                    <a:pt x="525" y="398"/>
                  </a:lnTo>
                  <a:lnTo>
                    <a:pt x="526" y="400"/>
                  </a:lnTo>
                  <a:lnTo>
                    <a:pt x="528" y="403"/>
                  </a:lnTo>
                  <a:lnTo>
                    <a:pt x="528" y="406"/>
                  </a:lnTo>
                  <a:lnTo>
                    <a:pt x="528" y="409"/>
                  </a:lnTo>
                  <a:lnTo>
                    <a:pt x="526" y="412"/>
                  </a:lnTo>
                  <a:lnTo>
                    <a:pt x="525" y="414"/>
                  </a:lnTo>
                  <a:lnTo>
                    <a:pt x="523" y="416"/>
                  </a:lnTo>
                  <a:lnTo>
                    <a:pt x="521" y="418"/>
                  </a:lnTo>
                  <a:lnTo>
                    <a:pt x="519" y="420"/>
                  </a:lnTo>
                  <a:lnTo>
                    <a:pt x="515" y="421"/>
                  </a:lnTo>
                  <a:lnTo>
                    <a:pt x="513" y="421"/>
                  </a:lnTo>
                  <a:close/>
                  <a:moveTo>
                    <a:pt x="513" y="572"/>
                  </a:moveTo>
                  <a:lnTo>
                    <a:pt x="362" y="572"/>
                  </a:lnTo>
                  <a:lnTo>
                    <a:pt x="359" y="571"/>
                  </a:lnTo>
                  <a:lnTo>
                    <a:pt x="356" y="571"/>
                  </a:lnTo>
                  <a:lnTo>
                    <a:pt x="354" y="569"/>
                  </a:lnTo>
                  <a:lnTo>
                    <a:pt x="351" y="568"/>
                  </a:lnTo>
                  <a:lnTo>
                    <a:pt x="349" y="565"/>
                  </a:lnTo>
                  <a:lnTo>
                    <a:pt x="348" y="563"/>
                  </a:lnTo>
                  <a:lnTo>
                    <a:pt x="347" y="560"/>
                  </a:lnTo>
                  <a:lnTo>
                    <a:pt x="347" y="556"/>
                  </a:lnTo>
                  <a:lnTo>
                    <a:pt x="347" y="554"/>
                  </a:lnTo>
                  <a:lnTo>
                    <a:pt x="348" y="551"/>
                  </a:lnTo>
                  <a:lnTo>
                    <a:pt x="349" y="548"/>
                  </a:lnTo>
                  <a:lnTo>
                    <a:pt x="351" y="546"/>
                  </a:lnTo>
                  <a:lnTo>
                    <a:pt x="354" y="544"/>
                  </a:lnTo>
                  <a:lnTo>
                    <a:pt x="356" y="543"/>
                  </a:lnTo>
                  <a:lnTo>
                    <a:pt x="359" y="542"/>
                  </a:lnTo>
                  <a:lnTo>
                    <a:pt x="362" y="542"/>
                  </a:lnTo>
                  <a:lnTo>
                    <a:pt x="513" y="542"/>
                  </a:lnTo>
                  <a:lnTo>
                    <a:pt x="515" y="542"/>
                  </a:lnTo>
                  <a:lnTo>
                    <a:pt x="519" y="543"/>
                  </a:lnTo>
                  <a:lnTo>
                    <a:pt x="521" y="544"/>
                  </a:lnTo>
                  <a:lnTo>
                    <a:pt x="523" y="546"/>
                  </a:lnTo>
                  <a:lnTo>
                    <a:pt x="525" y="548"/>
                  </a:lnTo>
                  <a:lnTo>
                    <a:pt x="526" y="551"/>
                  </a:lnTo>
                  <a:lnTo>
                    <a:pt x="528" y="554"/>
                  </a:lnTo>
                  <a:lnTo>
                    <a:pt x="528" y="556"/>
                  </a:lnTo>
                  <a:lnTo>
                    <a:pt x="528" y="560"/>
                  </a:lnTo>
                  <a:lnTo>
                    <a:pt x="526" y="563"/>
                  </a:lnTo>
                  <a:lnTo>
                    <a:pt x="525" y="565"/>
                  </a:lnTo>
                  <a:lnTo>
                    <a:pt x="523" y="568"/>
                  </a:lnTo>
                  <a:lnTo>
                    <a:pt x="521" y="569"/>
                  </a:lnTo>
                  <a:lnTo>
                    <a:pt x="519" y="571"/>
                  </a:lnTo>
                  <a:lnTo>
                    <a:pt x="515" y="571"/>
                  </a:lnTo>
                  <a:lnTo>
                    <a:pt x="513" y="572"/>
                  </a:lnTo>
                  <a:close/>
                  <a:moveTo>
                    <a:pt x="513" y="722"/>
                  </a:moveTo>
                  <a:lnTo>
                    <a:pt x="362" y="722"/>
                  </a:lnTo>
                  <a:lnTo>
                    <a:pt x="359" y="722"/>
                  </a:lnTo>
                  <a:lnTo>
                    <a:pt x="356" y="721"/>
                  </a:lnTo>
                  <a:lnTo>
                    <a:pt x="354" y="720"/>
                  </a:lnTo>
                  <a:lnTo>
                    <a:pt x="351" y="718"/>
                  </a:lnTo>
                  <a:lnTo>
                    <a:pt x="349" y="716"/>
                  </a:lnTo>
                  <a:lnTo>
                    <a:pt x="348" y="713"/>
                  </a:lnTo>
                  <a:lnTo>
                    <a:pt x="347" y="710"/>
                  </a:lnTo>
                  <a:lnTo>
                    <a:pt x="347" y="708"/>
                  </a:lnTo>
                  <a:lnTo>
                    <a:pt x="347" y="704"/>
                  </a:lnTo>
                  <a:lnTo>
                    <a:pt x="348" y="702"/>
                  </a:lnTo>
                  <a:lnTo>
                    <a:pt x="349" y="699"/>
                  </a:lnTo>
                  <a:lnTo>
                    <a:pt x="351" y="696"/>
                  </a:lnTo>
                  <a:lnTo>
                    <a:pt x="354" y="695"/>
                  </a:lnTo>
                  <a:lnTo>
                    <a:pt x="356" y="693"/>
                  </a:lnTo>
                  <a:lnTo>
                    <a:pt x="359" y="693"/>
                  </a:lnTo>
                  <a:lnTo>
                    <a:pt x="362" y="692"/>
                  </a:lnTo>
                  <a:lnTo>
                    <a:pt x="513" y="692"/>
                  </a:lnTo>
                  <a:lnTo>
                    <a:pt x="515" y="693"/>
                  </a:lnTo>
                  <a:lnTo>
                    <a:pt x="519" y="693"/>
                  </a:lnTo>
                  <a:lnTo>
                    <a:pt x="521" y="695"/>
                  </a:lnTo>
                  <a:lnTo>
                    <a:pt x="523" y="696"/>
                  </a:lnTo>
                  <a:lnTo>
                    <a:pt x="525" y="699"/>
                  </a:lnTo>
                  <a:lnTo>
                    <a:pt x="526" y="702"/>
                  </a:lnTo>
                  <a:lnTo>
                    <a:pt x="528" y="704"/>
                  </a:lnTo>
                  <a:lnTo>
                    <a:pt x="528" y="708"/>
                  </a:lnTo>
                  <a:lnTo>
                    <a:pt x="528" y="710"/>
                  </a:lnTo>
                  <a:lnTo>
                    <a:pt x="526" y="713"/>
                  </a:lnTo>
                  <a:lnTo>
                    <a:pt x="525" y="716"/>
                  </a:lnTo>
                  <a:lnTo>
                    <a:pt x="523" y="718"/>
                  </a:lnTo>
                  <a:lnTo>
                    <a:pt x="521" y="720"/>
                  </a:lnTo>
                  <a:lnTo>
                    <a:pt x="519" y="721"/>
                  </a:lnTo>
                  <a:lnTo>
                    <a:pt x="515" y="722"/>
                  </a:lnTo>
                  <a:lnTo>
                    <a:pt x="513" y="722"/>
                  </a:lnTo>
                  <a:close/>
                  <a:moveTo>
                    <a:pt x="312" y="326"/>
                  </a:moveTo>
                  <a:lnTo>
                    <a:pt x="237" y="402"/>
                  </a:lnTo>
                  <a:lnTo>
                    <a:pt x="232" y="405"/>
                  </a:lnTo>
                  <a:lnTo>
                    <a:pt x="226" y="406"/>
                  </a:lnTo>
                  <a:lnTo>
                    <a:pt x="220" y="405"/>
                  </a:lnTo>
                  <a:lnTo>
                    <a:pt x="216" y="402"/>
                  </a:lnTo>
                  <a:lnTo>
                    <a:pt x="200" y="387"/>
                  </a:lnTo>
                  <a:lnTo>
                    <a:pt x="199" y="385"/>
                  </a:lnTo>
                  <a:lnTo>
                    <a:pt x="198" y="381"/>
                  </a:lnTo>
                  <a:lnTo>
                    <a:pt x="197" y="379"/>
                  </a:lnTo>
                  <a:lnTo>
                    <a:pt x="197" y="376"/>
                  </a:lnTo>
                  <a:lnTo>
                    <a:pt x="197" y="373"/>
                  </a:lnTo>
                  <a:lnTo>
                    <a:pt x="198" y="370"/>
                  </a:lnTo>
                  <a:lnTo>
                    <a:pt x="199" y="368"/>
                  </a:lnTo>
                  <a:lnTo>
                    <a:pt x="200" y="365"/>
                  </a:lnTo>
                  <a:lnTo>
                    <a:pt x="203" y="363"/>
                  </a:lnTo>
                  <a:lnTo>
                    <a:pt x="206" y="362"/>
                  </a:lnTo>
                  <a:lnTo>
                    <a:pt x="208" y="361"/>
                  </a:lnTo>
                  <a:lnTo>
                    <a:pt x="211" y="361"/>
                  </a:lnTo>
                  <a:lnTo>
                    <a:pt x="214" y="361"/>
                  </a:lnTo>
                  <a:lnTo>
                    <a:pt x="217" y="362"/>
                  </a:lnTo>
                  <a:lnTo>
                    <a:pt x="219" y="363"/>
                  </a:lnTo>
                  <a:lnTo>
                    <a:pt x="221" y="365"/>
                  </a:lnTo>
                  <a:lnTo>
                    <a:pt x="226" y="370"/>
                  </a:lnTo>
                  <a:lnTo>
                    <a:pt x="290" y="306"/>
                  </a:lnTo>
                  <a:lnTo>
                    <a:pt x="294" y="303"/>
                  </a:lnTo>
                  <a:lnTo>
                    <a:pt x="296" y="302"/>
                  </a:lnTo>
                  <a:lnTo>
                    <a:pt x="298" y="301"/>
                  </a:lnTo>
                  <a:lnTo>
                    <a:pt x="302" y="301"/>
                  </a:lnTo>
                  <a:lnTo>
                    <a:pt x="304" y="301"/>
                  </a:lnTo>
                  <a:lnTo>
                    <a:pt x="307" y="302"/>
                  </a:lnTo>
                  <a:lnTo>
                    <a:pt x="310" y="303"/>
                  </a:lnTo>
                  <a:lnTo>
                    <a:pt x="312" y="306"/>
                  </a:lnTo>
                  <a:lnTo>
                    <a:pt x="314" y="308"/>
                  </a:lnTo>
                  <a:lnTo>
                    <a:pt x="315" y="310"/>
                  </a:lnTo>
                  <a:lnTo>
                    <a:pt x="316" y="312"/>
                  </a:lnTo>
                  <a:lnTo>
                    <a:pt x="316" y="316"/>
                  </a:lnTo>
                  <a:lnTo>
                    <a:pt x="316" y="319"/>
                  </a:lnTo>
                  <a:lnTo>
                    <a:pt x="315" y="321"/>
                  </a:lnTo>
                  <a:lnTo>
                    <a:pt x="314" y="324"/>
                  </a:lnTo>
                  <a:lnTo>
                    <a:pt x="312" y="326"/>
                  </a:lnTo>
                  <a:close/>
                  <a:moveTo>
                    <a:pt x="312" y="477"/>
                  </a:moveTo>
                  <a:lnTo>
                    <a:pt x="237" y="552"/>
                  </a:lnTo>
                  <a:lnTo>
                    <a:pt x="232" y="555"/>
                  </a:lnTo>
                  <a:lnTo>
                    <a:pt x="226" y="556"/>
                  </a:lnTo>
                  <a:lnTo>
                    <a:pt x="220" y="555"/>
                  </a:lnTo>
                  <a:lnTo>
                    <a:pt x="216" y="552"/>
                  </a:lnTo>
                  <a:lnTo>
                    <a:pt x="200" y="537"/>
                  </a:lnTo>
                  <a:lnTo>
                    <a:pt x="199" y="535"/>
                  </a:lnTo>
                  <a:lnTo>
                    <a:pt x="198" y="533"/>
                  </a:lnTo>
                  <a:lnTo>
                    <a:pt x="197" y="529"/>
                  </a:lnTo>
                  <a:lnTo>
                    <a:pt x="197" y="527"/>
                  </a:lnTo>
                  <a:lnTo>
                    <a:pt x="197" y="524"/>
                  </a:lnTo>
                  <a:lnTo>
                    <a:pt x="198" y="521"/>
                  </a:lnTo>
                  <a:lnTo>
                    <a:pt x="199" y="518"/>
                  </a:lnTo>
                  <a:lnTo>
                    <a:pt x="200" y="516"/>
                  </a:lnTo>
                  <a:lnTo>
                    <a:pt x="203" y="514"/>
                  </a:lnTo>
                  <a:lnTo>
                    <a:pt x="206" y="512"/>
                  </a:lnTo>
                  <a:lnTo>
                    <a:pt x="208" y="512"/>
                  </a:lnTo>
                  <a:lnTo>
                    <a:pt x="211" y="511"/>
                  </a:lnTo>
                  <a:lnTo>
                    <a:pt x="214" y="512"/>
                  </a:lnTo>
                  <a:lnTo>
                    <a:pt x="217" y="512"/>
                  </a:lnTo>
                  <a:lnTo>
                    <a:pt x="219" y="514"/>
                  </a:lnTo>
                  <a:lnTo>
                    <a:pt x="221" y="516"/>
                  </a:lnTo>
                  <a:lnTo>
                    <a:pt x="226" y="520"/>
                  </a:lnTo>
                  <a:lnTo>
                    <a:pt x="290" y="456"/>
                  </a:lnTo>
                  <a:lnTo>
                    <a:pt x="294" y="454"/>
                  </a:lnTo>
                  <a:lnTo>
                    <a:pt x="296" y="452"/>
                  </a:lnTo>
                  <a:lnTo>
                    <a:pt x="298" y="451"/>
                  </a:lnTo>
                  <a:lnTo>
                    <a:pt x="302" y="451"/>
                  </a:lnTo>
                  <a:lnTo>
                    <a:pt x="304" y="451"/>
                  </a:lnTo>
                  <a:lnTo>
                    <a:pt x="307" y="452"/>
                  </a:lnTo>
                  <a:lnTo>
                    <a:pt x="310" y="454"/>
                  </a:lnTo>
                  <a:lnTo>
                    <a:pt x="312" y="456"/>
                  </a:lnTo>
                  <a:lnTo>
                    <a:pt x="314" y="458"/>
                  </a:lnTo>
                  <a:lnTo>
                    <a:pt x="315" y="460"/>
                  </a:lnTo>
                  <a:lnTo>
                    <a:pt x="316" y="464"/>
                  </a:lnTo>
                  <a:lnTo>
                    <a:pt x="316" y="466"/>
                  </a:lnTo>
                  <a:lnTo>
                    <a:pt x="316" y="469"/>
                  </a:lnTo>
                  <a:lnTo>
                    <a:pt x="315" y="472"/>
                  </a:lnTo>
                  <a:lnTo>
                    <a:pt x="314" y="475"/>
                  </a:lnTo>
                  <a:lnTo>
                    <a:pt x="312" y="477"/>
                  </a:lnTo>
                  <a:close/>
                  <a:moveTo>
                    <a:pt x="164" y="236"/>
                  </a:moveTo>
                  <a:lnTo>
                    <a:pt x="162" y="237"/>
                  </a:lnTo>
                  <a:lnTo>
                    <a:pt x="158" y="238"/>
                  </a:lnTo>
                  <a:lnTo>
                    <a:pt x="157" y="238"/>
                  </a:lnTo>
                  <a:lnTo>
                    <a:pt x="155" y="238"/>
                  </a:lnTo>
                  <a:lnTo>
                    <a:pt x="153" y="239"/>
                  </a:lnTo>
                  <a:lnTo>
                    <a:pt x="151" y="239"/>
                  </a:lnTo>
                  <a:lnTo>
                    <a:pt x="151" y="180"/>
                  </a:lnTo>
                  <a:lnTo>
                    <a:pt x="217" y="180"/>
                  </a:lnTo>
                  <a:lnTo>
                    <a:pt x="214" y="188"/>
                  </a:lnTo>
                  <a:lnTo>
                    <a:pt x="208" y="197"/>
                  </a:lnTo>
                  <a:lnTo>
                    <a:pt x="203" y="205"/>
                  </a:lnTo>
                  <a:lnTo>
                    <a:pt x="197" y="212"/>
                  </a:lnTo>
                  <a:lnTo>
                    <a:pt x="190" y="220"/>
                  </a:lnTo>
                  <a:lnTo>
                    <a:pt x="182" y="225"/>
                  </a:lnTo>
                  <a:lnTo>
                    <a:pt x="173" y="231"/>
                  </a:lnTo>
                  <a:lnTo>
                    <a:pt x="164" y="236"/>
                  </a:lnTo>
                  <a:close/>
                  <a:moveTo>
                    <a:pt x="121" y="166"/>
                  </a:moveTo>
                  <a:lnTo>
                    <a:pt x="121" y="256"/>
                  </a:lnTo>
                  <a:lnTo>
                    <a:pt x="121" y="601"/>
                  </a:lnTo>
                  <a:lnTo>
                    <a:pt x="31" y="601"/>
                  </a:lnTo>
                  <a:lnTo>
                    <a:pt x="31" y="135"/>
                  </a:lnTo>
                  <a:lnTo>
                    <a:pt x="31" y="125"/>
                  </a:lnTo>
                  <a:lnTo>
                    <a:pt x="33" y="115"/>
                  </a:lnTo>
                  <a:lnTo>
                    <a:pt x="35" y="105"/>
                  </a:lnTo>
                  <a:lnTo>
                    <a:pt x="39" y="94"/>
                  </a:lnTo>
                  <a:lnTo>
                    <a:pt x="43" y="85"/>
                  </a:lnTo>
                  <a:lnTo>
                    <a:pt x="48" y="77"/>
                  </a:lnTo>
                  <a:lnTo>
                    <a:pt x="53" y="68"/>
                  </a:lnTo>
                  <a:lnTo>
                    <a:pt x="60" y="62"/>
                  </a:lnTo>
                  <a:lnTo>
                    <a:pt x="67" y="55"/>
                  </a:lnTo>
                  <a:lnTo>
                    <a:pt x="75" y="48"/>
                  </a:lnTo>
                  <a:lnTo>
                    <a:pt x="83" y="42"/>
                  </a:lnTo>
                  <a:lnTo>
                    <a:pt x="92" y="38"/>
                  </a:lnTo>
                  <a:lnTo>
                    <a:pt x="101" y="35"/>
                  </a:lnTo>
                  <a:lnTo>
                    <a:pt x="110" y="32"/>
                  </a:lnTo>
                  <a:lnTo>
                    <a:pt x="120" y="30"/>
                  </a:lnTo>
                  <a:lnTo>
                    <a:pt x="129" y="30"/>
                  </a:lnTo>
                  <a:lnTo>
                    <a:pt x="132" y="30"/>
                  </a:lnTo>
                  <a:lnTo>
                    <a:pt x="135" y="30"/>
                  </a:lnTo>
                  <a:lnTo>
                    <a:pt x="150" y="36"/>
                  </a:lnTo>
                  <a:lnTo>
                    <a:pt x="164" y="41"/>
                  </a:lnTo>
                  <a:lnTo>
                    <a:pt x="176" y="48"/>
                  </a:lnTo>
                  <a:lnTo>
                    <a:pt x="188" y="56"/>
                  </a:lnTo>
                  <a:lnTo>
                    <a:pt x="197" y="63"/>
                  </a:lnTo>
                  <a:lnTo>
                    <a:pt x="205" y="71"/>
                  </a:lnTo>
                  <a:lnTo>
                    <a:pt x="210" y="80"/>
                  </a:lnTo>
                  <a:lnTo>
                    <a:pt x="216" y="88"/>
                  </a:lnTo>
                  <a:lnTo>
                    <a:pt x="220" y="99"/>
                  </a:lnTo>
                  <a:lnTo>
                    <a:pt x="224" y="110"/>
                  </a:lnTo>
                  <a:lnTo>
                    <a:pt x="226" y="123"/>
                  </a:lnTo>
                  <a:lnTo>
                    <a:pt x="226" y="135"/>
                  </a:lnTo>
                  <a:lnTo>
                    <a:pt x="226" y="143"/>
                  </a:lnTo>
                  <a:lnTo>
                    <a:pt x="225" y="150"/>
                  </a:lnTo>
                  <a:lnTo>
                    <a:pt x="136" y="150"/>
                  </a:lnTo>
                  <a:lnTo>
                    <a:pt x="133" y="151"/>
                  </a:lnTo>
                  <a:lnTo>
                    <a:pt x="130" y="151"/>
                  </a:lnTo>
                  <a:lnTo>
                    <a:pt x="128" y="153"/>
                  </a:lnTo>
                  <a:lnTo>
                    <a:pt x="125" y="154"/>
                  </a:lnTo>
                  <a:lnTo>
                    <a:pt x="123" y="156"/>
                  </a:lnTo>
                  <a:lnTo>
                    <a:pt x="122" y="160"/>
                  </a:lnTo>
                  <a:lnTo>
                    <a:pt x="121" y="162"/>
                  </a:lnTo>
                  <a:lnTo>
                    <a:pt x="121" y="166"/>
                  </a:lnTo>
                  <a:close/>
                  <a:moveTo>
                    <a:pt x="587" y="0"/>
                  </a:moveTo>
                  <a:lnTo>
                    <a:pt x="136" y="0"/>
                  </a:lnTo>
                  <a:lnTo>
                    <a:pt x="136" y="0"/>
                  </a:lnTo>
                  <a:lnTo>
                    <a:pt x="135" y="0"/>
                  </a:lnTo>
                  <a:lnTo>
                    <a:pt x="132" y="0"/>
                  </a:lnTo>
                  <a:lnTo>
                    <a:pt x="129" y="0"/>
                  </a:lnTo>
                  <a:lnTo>
                    <a:pt x="116" y="1"/>
                  </a:lnTo>
                  <a:lnTo>
                    <a:pt x="104" y="2"/>
                  </a:lnTo>
                  <a:lnTo>
                    <a:pt x="92" y="5"/>
                  </a:lnTo>
                  <a:lnTo>
                    <a:pt x="80" y="11"/>
                  </a:lnTo>
                  <a:lnTo>
                    <a:pt x="69" y="16"/>
                  </a:lnTo>
                  <a:lnTo>
                    <a:pt x="58" y="23"/>
                  </a:lnTo>
                  <a:lnTo>
                    <a:pt x="48" y="31"/>
                  </a:lnTo>
                  <a:lnTo>
                    <a:pt x="39" y="40"/>
                  </a:lnTo>
                  <a:lnTo>
                    <a:pt x="31" y="49"/>
                  </a:lnTo>
                  <a:lnTo>
                    <a:pt x="23" y="59"/>
                  </a:lnTo>
                  <a:lnTo>
                    <a:pt x="16" y="71"/>
                  </a:lnTo>
                  <a:lnTo>
                    <a:pt x="10" y="83"/>
                  </a:lnTo>
                  <a:lnTo>
                    <a:pt x="6" y="95"/>
                  </a:lnTo>
                  <a:lnTo>
                    <a:pt x="4" y="108"/>
                  </a:lnTo>
                  <a:lnTo>
                    <a:pt x="1" y="121"/>
                  </a:lnTo>
                  <a:lnTo>
                    <a:pt x="0" y="135"/>
                  </a:lnTo>
                  <a:lnTo>
                    <a:pt x="0" y="617"/>
                  </a:lnTo>
                  <a:lnTo>
                    <a:pt x="1" y="620"/>
                  </a:lnTo>
                  <a:lnTo>
                    <a:pt x="1" y="623"/>
                  </a:lnTo>
                  <a:lnTo>
                    <a:pt x="4" y="625"/>
                  </a:lnTo>
                  <a:lnTo>
                    <a:pt x="5" y="627"/>
                  </a:lnTo>
                  <a:lnTo>
                    <a:pt x="7" y="630"/>
                  </a:lnTo>
                  <a:lnTo>
                    <a:pt x="9" y="631"/>
                  </a:lnTo>
                  <a:lnTo>
                    <a:pt x="13" y="632"/>
                  </a:lnTo>
                  <a:lnTo>
                    <a:pt x="16" y="632"/>
                  </a:lnTo>
                  <a:lnTo>
                    <a:pt x="121" y="632"/>
                  </a:lnTo>
                  <a:lnTo>
                    <a:pt x="121" y="888"/>
                  </a:lnTo>
                  <a:lnTo>
                    <a:pt x="121" y="891"/>
                  </a:lnTo>
                  <a:lnTo>
                    <a:pt x="122" y="894"/>
                  </a:lnTo>
                  <a:lnTo>
                    <a:pt x="123" y="896"/>
                  </a:lnTo>
                  <a:lnTo>
                    <a:pt x="125" y="898"/>
                  </a:lnTo>
                  <a:lnTo>
                    <a:pt x="128" y="901"/>
                  </a:lnTo>
                  <a:lnTo>
                    <a:pt x="130" y="902"/>
                  </a:lnTo>
                  <a:lnTo>
                    <a:pt x="133" y="903"/>
                  </a:lnTo>
                  <a:lnTo>
                    <a:pt x="136" y="903"/>
                  </a:lnTo>
                  <a:lnTo>
                    <a:pt x="587" y="903"/>
                  </a:lnTo>
                  <a:lnTo>
                    <a:pt x="591" y="903"/>
                  </a:lnTo>
                  <a:lnTo>
                    <a:pt x="593" y="902"/>
                  </a:lnTo>
                  <a:lnTo>
                    <a:pt x="596" y="901"/>
                  </a:lnTo>
                  <a:lnTo>
                    <a:pt x="599" y="898"/>
                  </a:lnTo>
                  <a:lnTo>
                    <a:pt x="600" y="896"/>
                  </a:lnTo>
                  <a:lnTo>
                    <a:pt x="602" y="894"/>
                  </a:lnTo>
                  <a:lnTo>
                    <a:pt x="602" y="891"/>
                  </a:lnTo>
                  <a:lnTo>
                    <a:pt x="603" y="888"/>
                  </a:lnTo>
                  <a:lnTo>
                    <a:pt x="603" y="269"/>
                  </a:lnTo>
                  <a:lnTo>
                    <a:pt x="615" y="267"/>
                  </a:lnTo>
                  <a:lnTo>
                    <a:pt x="627" y="264"/>
                  </a:lnTo>
                  <a:lnTo>
                    <a:pt x="638" y="259"/>
                  </a:lnTo>
                  <a:lnTo>
                    <a:pt x="648" y="255"/>
                  </a:lnTo>
                  <a:lnTo>
                    <a:pt x="660" y="248"/>
                  </a:lnTo>
                  <a:lnTo>
                    <a:pt x="670" y="241"/>
                  </a:lnTo>
                  <a:lnTo>
                    <a:pt x="679" y="232"/>
                  </a:lnTo>
                  <a:lnTo>
                    <a:pt x="687" y="224"/>
                  </a:lnTo>
                  <a:lnTo>
                    <a:pt x="695" y="214"/>
                  </a:lnTo>
                  <a:lnTo>
                    <a:pt x="703" y="204"/>
                  </a:lnTo>
                  <a:lnTo>
                    <a:pt x="708" y="194"/>
                  </a:lnTo>
                  <a:lnTo>
                    <a:pt x="714" y="182"/>
                  </a:lnTo>
                  <a:lnTo>
                    <a:pt x="717" y="171"/>
                  </a:lnTo>
                  <a:lnTo>
                    <a:pt x="721" y="160"/>
                  </a:lnTo>
                  <a:lnTo>
                    <a:pt x="723" y="147"/>
                  </a:lnTo>
                  <a:lnTo>
                    <a:pt x="723" y="135"/>
                  </a:lnTo>
                  <a:lnTo>
                    <a:pt x="723" y="121"/>
                  </a:lnTo>
                  <a:lnTo>
                    <a:pt x="721" y="109"/>
                  </a:lnTo>
                  <a:lnTo>
                    <a:pt x="717" y="97"/>
                  </a:lnTo>
                  <a:lnTo>
                    <a:pt x="712" y="84"/>
                  </a:lnTo>
                  <a:lnTo>
                    <a:pt x="706" y="72"/>
                  </a:lnTo>
                  <a:lnTo>
                    <a:pt x="699" y="60"/>
                  </a:lnTo>
                  <a:lnTo>
                    <a:pt x="691" y="50"/>
                  </a:lnTo>
                  <a:lnTo>
                    <a:pt x="682" y="40"/>
                  </a:lnTo>
                  <a:lnTo>
                    <a:pt x="672" y="32"/>
                  </a:lnTo>
                  <a:lnTo>
                    <a:pt x="662" y="23"/>
                  </a:lnTo>
                  <a:lnTo>
                    <a:pt x="651" y="16"/>
                  </a:lnTo>
                  <a:lnTo>
                    <a:pt x="638" y="11"/>
                  </a:lnTo>
                  <a:lnTo>
                    <a:pt x="627" y="6"/>
                  </a:lnTo>
                  <a:lnTo>
                    <a:pt x="613" y="3"/>
                  </a:lnTo>
                  <a:lnTo>
                    <a:pt x="601" y="1"/>
                  </a:lnTo>
                  <a:lnTo>
                    <a:pt x="587" y="0"/>
                  </a:lnTo>
                  <a:lnTo>
                    <a:pt x="58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79" name="Forma libre 4605">
              <a:extLst>
                <a:ext uri="{FF2B5EF4-FFF2-40B4-BE49-F238E27FC236}">
                  <a16:creationId xmlns:a16="http://schemas.microsoft.com/office/drawing/2014/main" id="{1D074A71-FBEB-4855-BA1E-068499BF4C3E}"/>
                </a:ext>
              </a:extLst>
            </p:cNvPr>
            <p:cNvSpPr>
              <a:spLocks/>
            </p:cNvSpPr>
            <p:nvPr/>
          </p:nvSpPr>
          <p:spPr bwMode="auto">
            <a:xfrm>
              <a:off x="7239000" y="4722813"/>
              <a:ext cx="66675" cy="128588"/>
            </a:xfrm>
            <a:custGeom>
              <a:avLst/>
              <a:gdLst>
                <a:gd name="T0" fmla="*/ 123 w 210"/>
                <a:gd name="T1" fmla="*/ 1 h 407"/>
                <a:gd name="T2" fmla="*/ 101 w 210"/>
                <a:gd name="T3" fmla="*/ 8 h 407"/>
                <a:gd name="T4" fmla="*/ 82 w 210"/>
                <a:gd name="T5" fmla="*/ 21 h 407"/>
                <a:gd name="T6" fmla="*/ 67 w 210"/>
                <a:gd name="T7" fmla="*/ 37 h 407"/>
                <a:gd name="T8" fmla="*/ 50 w 210"/>
                <a:gd name="T9" fmla="*/ 47 h 407"/>
                <a:gd name="T10" fmla="*/ 33 w 210"/>
                <a:gd name="T11" fmla="*/ 54 h 407"/>
                <a:gd name="T12" fmla="*/ 23 w 210"/>
                <a:gd name="T13" fmla="*/ 61 h 407"/>
                <a:gd name="T14" fmla="*/ 14 w 210"/>
                <a:gd name="T15" fmla="*/ 70 h 407"/>
                <a:gd name="T16" fmla="*/ 7 w 210"/>
                <a:gd name="T17" fmla="*/ 81 h 407"/>
                <a:gd name="T18" fmla="*/ 2 w 210"/>
                <a:gd name="T19" fmla="*/ 95 h 407"/>
                <a:gd name="T20" fmla="*/ 0 w 210"/>
                <a:gd name="T21" fmla="*/ 110 h 407"/>
                <a:gd name="T22" fmla="*/ 0 w 210"/>
                <a:gd name="T23" fmla="*/ 393 h 407"/>
                <a:gd name="T24" fmla="*/ 1 w 210"/>
                <a:gd name="T25" fmla="*/ 398 h 407"/>
                <a:gd name="T26" fmla="*/ 3 w 210"/>
                <a:gd name="T27" fmla="*/ 403 h 407"/>
                <a:gd name="T28" fmla="*/ 9 w 210"/>
                <a:gd name="T29" fmla="*/ 406 h 407"/>
                <a:gd name="T30" fmla="*/ 14 w 210"/>
                <a:gd name="T31" fmla="*/ 407 h 407"/>
                <a:gd name="T32" fmla="*/ 20 w 210"/>
                <a:gd name="T33" fmla="*/ 406 h 407"/>
                <a:gd name="T34" fmla="*/ 24 w 210"/>
                <a:gd name="T35" fmla="*/ 403 h 407"/>
                <a:gd name="T36" fmla="*/ 28 w 210"/>
                <a:gd name="T37" fmla="*/ 398 h 407"/>
                <a:gd name="T38" fmla="*/ 29 w 210"/>
                <a:gd name="T39" fmla="*/ 393 h 407"/>
                <a:gd name="T40" fmla="*/ 30 w 210"/>
                <a:gd name="T41" fmla="*/ 110 h 407"/>
                <a:gd name="T42" fmla="*/ 35 w 210"/>
                <a:gd name="T43" fmla="*/ 95 h 407"/>
                <a:gd name="T44" fmla="*/ 42 w 210"/>
                <a:gd name="T45" fmla="*/ 84 h 407"/>
                <a:gd name="T46" fmla="*/ 54 w 210"/>
                <a:gd name="T47" fmla="*/ 78 h 407"/>
                <a:gd name="T48" fmla="*/ 59 w 210"/>
                <a:gd name="T49" fmla="*/ 331 h 407"/>
                <a:gd name="T50" fmla="*/ 210 w 210"/>
                <a:gd name="T51" fmla="*/ 60 h 407"/>
                <a:gd name="T52" fmla="*/ 209 w 210"/>
                <a:gd name="T53" fmla="*/ 49 h 407"/>
                <a:gd name="T54" fmla="*/ 203 w 210"/>
                <a:gd name="T55" fmla="*/ 39 h 407"/>
                <a:gd name="T56" fmla="*/ 186 w 210"/>
                <a:gd name="T57" fmla="*/ 20 h 407"/>
                <a:gd name="T58" fmla="*/ 162 w 210"/>
                <a:gd name="T59" fmla="*/ 5 h 407"/>
                <a:gd name="T60" fmla="*/ 149 w 210"/>
                <a:gd name="T61" fmla="*/ 1 h 407"/>
                <a:gd name="T62" fmla="*/ 135 w 210"/>
                <a:gd name="T63"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0" h="407">
                  <a:moveTo>
                    <a:pt x="135" y="0"/>
                  </a:moveTo>
                  <a:lnTo>
                    <a:pt x="123" y="1"/>
                  </a:lnTo>
                  <a:lnTo>
                    <a:pt x="111" y="3"/>
                  </a:lnTo>
                  <a:lnTo>
                    <a:pt x="101" y="8"/>
                  </a:lnTo>
                  <a:lnTo>
                    <a:pt x="91" y="14"/>
                  </a:lnTo>
                  <a:lnTo>
                    <a:pt x="82" y="21"/>
                  </a:lnTo>
                  <a:lnTo>
                    <a:pt x="74" y="29"/>
                  </a:lnTo>
                  <a:lnTo>
                    <a:pt x="67" y="37"/>
                  </a:lnTo>
                  <a:lnTo>
                    <a:pt x="63" y="45"/>
                  </a:lnTo>
                  <a:lnTo>
                    <a:pt x="50" y="47"/>
                  </a:lnTo>
                  <a:lnTo>
                    <a:pt x="39" y="52"/>
                  </a:lnTo>
                  <a:lnTo>
                    <a:pt x="33" y="54"/>
                  </a:lnTo>
                  <a:lnTo>
                    <a:pt x="28" y="57"/>
                  </a:lnTo>
                  <a:lnTo>
                    <a:pt x="23" y="61"/>
                  </a:lnTo>
                  <a:lnTo>
                    <a:pt x="19" y="65"/>
                  </a:lnTo>
                  <a:lnTo>
                    <a:pt x="14" y="70"/>
                  </a:lnTo>
                  <a:lnTo>
                    <a:pt x="11" y="75"/>
                  </a:lnTo>
                  <a:lnTo>
                    <a:pt x="7" y="81"/>
                  </a:lnTo>
                  <a:lnTo>
                    <a:pt x="4" y="88"/>
                  </a:lnTo>
                  <a:lnTo>
                    <a:pt x="2" y="95"/>
                  </a:lnTo>
                  <a:lnTo>
                    <a:pt x="1" y="102"/>
                  </a:lnTo>
                  <a:lnTo>
                    <a:pt x="0" y="110"/>
                  </a:lnTo>
                  <a:lnTo>
                    <a:pt x="0" y="119"/>
                  </a:lnTo>
                  <a:lnTo>
                    <a:pt x="0" y="393"/>
                  </a:lnTo>
                  <a:lnTo>
                    <a:pt x="0" y="395"/>
                  </a:lnTo>
                  <a:lnTo>
                    <a:pt x="1" y="398"/>
                  </a:lnTo>
                  <a:lnTo>
                    <a:pt x="2" y="401"/>
                  </a:lnTo>
                  <a:lnTo>
                    <a:pt x="3" y="403"/>
                  </a:lnTo>
                  <a:lnTo>
                    <a:pt x="5" y="405"/>
                  </a:lnTo>
                  <a:lnTo>
                    <a:pt x="9" y="406"/>
                  </a:lnTo>
                  <a:lnTo>
                    <a:pt x="11" y="407"/>
                  </a:lnTo>
                  <a:lnTo>
                    <a:pt x="14" y="407"/>
                  </a:lnTo>
                  <a:lnTo>
                    <a:pt x="18" y="407"/>
                  </a:lnTo>
                  <a:lnTo>
                    <a:pt x="20" y="406"/>
                  </a:lnTo>
                  <a:lnTo>
                    <a:pt x="22" y="405"/>
                  </a:lnTo>
                  <a:lnTo>
                    <a:pt x="24" y="403"/>
                  </a:lnTo>
                  <a:lnTo>
                    <a:pt x="27" y="401"/>
                  </a:lnTo>
                  <a:lnTo>
                    <a:pt x="28" y="398"/>
                  </a:lnTo>
                  <a:lnTo>
                    <a:pt x="29" y="395"/>
                  </a:lnTo>
                  <a:lnTo>
                    <a:pt x="29" y="393"/>
                  </a:lnTo>
                  <a:lnTo>
                    <a:pt x="29" y="119"/>
                  </a:lnTo>
                  <a:lnTo>
                    <a:pt x="30" y="110"/>
                  </a:lnTo>
                  <a:lnTo>
                    <a:pt x="31" y="101"/>
                  </a:lnTo>
                  <a:lnTo>
                    <a:pt x="35" y="95"/>
                  </a:lnTo>
                  <a:lnTo>
                    <a:pt x="38" y="89"/>
                  </a:lnTo>
                  <a:lnTo>
                    <a:pt x="42" y="84"/>
                  </a:lnTo>
                  <a:lnTo>
                    <a:pt x="48" y="81"/>
                  </a:lnTo>
                  <a:lnTo>
                    <a:pt x="54" y="78"/>
                  </a:lnTo>
                  <a:lnTo>
                    <a:pt x="59" y="76"/>
                  </a:lnTo>
                  <a:lnTo>
                    <a:pt x="59" y="331"/>
                  </a:lnTo>
                  <a:lnTo>
                    <a:pt x="210" y="331"/>
                  </a:lnTo>
                  <a:lnTo>
                    <a:pt x="210" y="60"/>
                  </a:lnTo>
                  <a:lnTo>
                    <a:pt x="210" y="55"/>
                  </a:lnTo>
                  <a:lnTo>
                    <a:pt x="209" y="49"/>
                  </a:lnTo>
                  <a:lnTo>
                    <a:pt x="206" y="45"/>
                  </a:lnTo>
                  <a:lnTo>
                    <a:pt x="203" y="39"/>
                  </a:lnTo>
                  <a:lnTo>
                    <a:pt x="196" y="29"/>
                  </a:lnTo>
                  <a:lnTo>
                    <a:pt x="186" y="20"/>
                  </a:lnTo>
                  <a:lnTo>
                    <a:pt x="175" y="12"/>
                  </a:lnTo>
                  <a:lnTo>
                    <a:pt x="162" y="5"/>
                  </a:lnTo>
                  <a:lnTo>
                    <a:pt x="155" y="3"/>
                  </a:lnTo>
                  <a:lnTo>
                    <a:pt x="149" y="1"/>
                  </a:lnTo>
                  <a:lnTo>
                    <a:pt x="142" y="0"/>
                  </a:lnTo>
                  <a:lnTo>
                    <a:pt x="135" y="0"/>
                  </a:lnTo>
                  <a:lnTo>
                    <a:pt x="1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80" name="Forma libre 4606">
              <a:extLst>
                <a:ext uri="{FF2B5EF4-FFF2-40B4-BE49-F238E27FC236}">
                  <a16:creationId xmlns:a16="http://schemas.microsoft.com/office/drawing/2014/main" id="{BD829E04-6F8B-4CD1-B1AB-1428DE5ACE15}"/>
                </a:ext>
              </a:extLst>
            </p:cNvPr>
            <p:cNvSpPr>
              <a:spLocks/>
            </p:cNvSpPr>
            <p:nvPr/>
          </p:nvSpPr>
          <p:spPr bwMode="auto">
            <a:xfrm>
              <a:off x="7258050" y="4913313"/>
              <a:ext cx="47625" cy="28575"/>
            </a:xfrm>
            <a:custGeom>
              <a:avLst/>
              <a:gdLst>
                <a:gd name="T0" fmla="*/ 0 w 151"/>
                <a:gd name="T1" fmla="*/ 14 h 90"/>
                <a:gd name="T2" fmla="*/ 0 w 151"/>
                <a:gd name="T3" fmla="*/ 22 h 90"/>
                <a:gd name="T4" fmla="*/ 2 w 151"/>
                <a:gd name="T5" fmla="*/ 29 h 90"/>
                <a:gd name="T6" fmla="*/ 4 w 151"/>
                <a:gd name="T7" fmla="*/ 37 h 90"/>
                <a:gd name="T8" fmla="*/ 6 w 151"/>
                <a:gd name="T9" fmla="*/ 44 h 90"/>
                <a:gd name="T10" fmla="*/ 9 w 151"/>
                <a:gd name="T11" fmla="*/ 50 h 90"/>
                <a:gd name="T12" fmla="*/ 14 w 151"/>
                <a:gd name="T13" fmla="*/ 56 h 90"/>
                <a:gd name="T14" fmla="*/ 18 w 151"/>
                <a:gd name="T15" fmla="*/ 62 h 90"/>
                <a:gd name="T16" fmla="*/ 23 w 151"/>
                <a:gd name="T17" fmla="*/ 67 h 90"/>
                <a:gd name="T18" fmla="*/ 29 w 151"/>
                <a:gd name="T19" fmla="*/ 72 h 90"/>
                <a:gd name="T20" fmla="*/ 34 w 151"/>
                <a:gd name="T21" fmla="*/ 76 h 90"/>
                <a:gd name="T22" fmla="*/ 40 w 151"/>
                <a:gd name="T23" fmla="*/ 81 h 90"/>
                <a:gd name="T24" fmla="*/ 47 w 151"/>
                <a:gd name="T25" fmla="*/ 84 h 90"/>
                <a:gd name="T26" fmla="*/ 54 w 151"/>
                <a:gd name="T27" fmla="*/ 87 h 90"/>
                <a:gd name="T28" fmla="*/ 61 w 151"/>
                <a:gd name="T29" fmla="*/ 89 h 90"/>
                <a:gd name="T30" fmla="*/ 68 w 151"/>
                <a:gd name="T31" fmla="*/ 90 h 90"/>
                <a:gd name="T32" fmla="*/ 76 w 151"/>
                <a:gd name="T33" fmla="*/ 90 h 90"/>
                <a:gd name="T34" fmla="*/ 83 w 151"/>
                <a:gd name="T35" fmla="*/ 90 h 90"/>
                <a:gd name="T36" fmla="*/ 90 w 151"/>
                <a:gd name="T37" fmla="*/ 89 h 90"/>
                <a:gd name="T38" fmla="*/ 96 w 151"/>
                <a:gd name="T39" fmla="*/ 87 h 90"/>
                <a:gd name="T40" fmla="*/ 103 w 151"/>
                <a:gd name="T41" fmla="*/ 83 h 90"/>
                <a:gd name="T42" fmla="*/ 109 w 151"/>
                <a:gd name="T43" fmla="*/ 80 h 90"/>
                <a:gd name="T44" fmla="*/ 116 w 151"/>
                <a:gd name="T45" fmla="*/ 76 h 90"/>
                <a:gd name="T46" fmla="*/ 121 w 151"/>
                <a:gd name="T47" fmla="*/ 71 h 90"/>
                <a:gd name="T48" fmla="*/ 127 w 151"/>
                <a:gd name="T49" fmla="*/ 65 h 90"/>
                <a:gd name="T50" fmla="*/ 131 w 151"/>
                <a:gd name="T51" fmla="*/ 60 h 90"/>
                <a:gd name="T52" fmla="*/ 137 w 151"/>
                <a:gd name="T53" fmla="*/ 53 h 90"/>
                <a:gd name="T54" fmla="*/ 140 w 151"/>
                <a:gd name="T55" fmla="*/ 45 h 90"/>
                <a:gd name="T56" fmla="*/ 144 w 151"/>
                <a:gd name="T57" fmla="*/ 37 h 90"/>
                <a:gd name="T58" fmla="*/ 147 w 151"/>
                <a:gd name="T59" fmla="*/ 29 h 90"/>
                <a:gd name="T60" fmla="*/ 150 w 151"/>
                <a:gd name="T61" fmla="*/ 20 h 90"/>
                <a:gd name="T62" fmla="*/ 151 w 151"/>
                <a:gd name="T63" fmla="*/ 10 h 90"/>
                <a:gd name="T64" fmla="*/ 151 w 151"/>
                <a:gd name="T65" fmla="*/ 0 h 90"/>
                <a:gd name="T66" fmla="*/ 0 w 151"/>
                <a:gd name="T67" fmla="*/ 0 h 90"/>
                <a:gd name="T68" fmla="*/ 0 w 151"/>
                <a:gd name="T69" fmla="*/ 14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1" h="90">
                  <a:moveTo>
                    <a:pt x="0" y="14"/>
                  </a:moveTo>
                  <a:lnTo>
                    <a:pt x="0" y="22"/>
                  </a:lnTo>
                  <a:lnTo>
                    <a:pt x="2" y="29"/>
                  </a:lnTo>
                  <a:lnTo>
                    <a:pt x="4" y="37"/>
                  </a:lnTo>
                  <a:lnTo>
                    <a:pt x="6" y="44"/>
                  </a:lnTo>
                  <a:lnTo>
                    <a:pt x="9" y="50"/>
                  </a:lnTo>
                  <a:lnTo>
                    <a:pt x="14" y="56"/>
                  </a:lnTo>
                  <a:lnTo>
                    <a:pt x="18" y="62"/>
                  </a:lnTo>
                  <a:lnTo>
                    <a:pt x="23" y="67"/>
                  </a:lnTo>
                  <a:lnTo>
                    <a:pt x="29" y="72"/>
                  </a:lnTo>
                  <a:lnTo>
                    <a:pt x="34" y="76"/>
                  </a:lnTo>
                  <a:lnTo>
                    <a:pt x="40" y="81"/>
                  </a:lnTo>
                  <a:lnTo>
                    <a:pt x="47" y="84"/>
                  </a:lnTo>
                  <a:lnTo>
                    <a:pt x="54" y="87"/>
                  </a:lnTo>
                  <a:lnTo>
                    <a:pt x="61" y="89"/>
                  </a:lnTo>
                  <a:lnTo>
                    <a:pt x="68" y="90"/>
                  </a:lnTo>
                  <a:lnTo>
                    <a:pt x="76" y="90"/>
                  </a:lnTo>
                  <a:lnTo>
                    <a:pt x="83" y="90"/>
                  </a:lnTo>
                  <a:lnTo>
                    <a:pt x="90" y="89"/>
                  </a:lnTo>
                  <a:lnTo>
                    <a:pt x="96" y="87"/>
                  </a:lnTo>
                  <a:lnTo>
                    <a:pt x="103" y="83"/>
                  </a:lnTo>
                  <a:lnTo>
                    <a:pt x="109" y="80"/>
                  </a:lnTo>
                  <a:lnTo>
                    <a:pt x="116" y="76"/>
                  </a:lnTo>
                  <a:lnTo>
                    <a:pt x="121" y="71"/>
                  </a:lnTo>
                  <a:lnTo>
                    <a:pt x="127" y="65"/>
                  </a:lnTo>
                  <a:lnTo>
                    <a:pt x="131" y="60"/>
                  </a:lnTo>
                  <a:lnTo>
                    <a:pt x="137" y="53"/>
                  </a:lnTo>
                  <a:lnTo>
                    <a:pt x="140" y="45"/>
                  </a:lnTo>
                  <a:lnTo>
                    <a:pt x="144" y="37"/>
                  </a:lnTo>
                  <a:lnTo>
                    <a:pt x="147" y="29"/>
                  </a:lnTo>
                  <a:lnTo>
                    <a:pt x="150" y="20"/>
                  </a:lnTo>
                  <a:lnTo>
                    <a:pt x="151" y="10"/>
                  </a:lnTo>
                  <a:lnTo>
                    <a:pt x="151" y="0"/>
                  </a:lnTo>
                  <a:lnTo>
                    <a:pt x="0" y="0"/>
                  </a:lnTo>
                  <a:lnTo>
                    <a:pt x="0"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81" name="Rectángulo 4607">
              <a:extLst>
                <a:ext uri="{FF2B5EF4-FFF2-40B4-BE49-F238E27FC236}">
                  <a16:creationId xmlns:a16="http://schemas.microsoft.com/office/drawing/2014/main" id="{99EDB192-0D59-41C6-AD02-EC166F03C927}"/>
                </a:ext>
              </a:extLst>
            </p:cNvPr>
            <p:cNvSpPr>
              <a:spLocks noChangeArrowheads="1"/>
            </p:cNvSpPr>
            <p:nvPr/>
          </p:nvSpPr>
          <p:spPr bwMode="auto">
            <a:xfrm>
              <a:off x="7258050" y="4837113"/>
              <a:ext cx="47625" cy="666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grpSp>
      <p:grpSp>
        <p:nvGrpSpPr>
          <p:cNvPr id="82" name="Grupo 81" descr="Icono de monitor de ordenador. ">
            <a:extLst>
              <a:ext uri="{FF2B5EF4-FFF2-40B4-BE49-F238E27FC236}">
                <a16:creationId xmlns:a16="http://schemas.microsoft.com/office/drawing/2014/main" id="{9418C6B8-1E51-409C-A0E5-16AE173CE45B}"/>
              </a:ext>
            </a:extLst>
          </p:cNvPr>
          <p:cNvGrpSpPr/>
          <p:nvPr/>
        </p:nvGrpSpPr>
        <p:grpSpPr>
          <a:xfrm>
            <a:off x="3133330" y="1382471"/>
            <a:ext cx="287338" cy="258762"/>
            <a:chOff x="879475" y="817563"/>
            <a:chExt cx="287338" cy="258762"/>
          </a:xfrm>
          <a:solidFill>
            <a:schemeClr val="bg1"/>
          </a:solidFill>
        </p:grpSpPr>
        <p:sp>
          <p:nvSpPr>
            <p:cNvPr id="83" name="Forma libre 1593">
              <a:extLst>
                <a:ext uri="{FF2B5EF4-FFF2-40B4-BE49-F238E27FC236}">
                  <a16:creationId xmlns:a16="http://schemas.microsoft.com/office/drawing/2014/main" id="{671BC17B-6D08-4ADE-B6A7-ECAE4A5EA576}"/>
                </a:ext>
              </a:extLst>
            </p:cNvPr>
            <p:cNvSpPr>
              <a:spLocks/>
            </p:cNvSpPr>
            <p:nvPr/>
          </p:nvSpPr>
          <p:spPr bwMode="auto">
            <a:xfrm>
              <a:off x="879475" y="817563"/>
              <a:ext cx="287338" cy="171450"/>
            </a:xfrm>
            <a:custGeom>
              <a:avLst/>
              <a:gdLst>
                <a:gd name="T0" fmla="*/ 829 w 904"/>
                <a:gd name="T1" fmla="*/ 0 h 544"/>
                <a:gd name="T2" fmla="*/ 75 w 904"/>
                <a:gd name="T3" fmla="*/ 0 h 544"/>
                <a:gd name="T4" fmla="*/ 67 w 904"/>
                <a:gd name="T5" fmla="*/ 2 h 544"/>
                <a:gd name="T6" fmla="*/ 59 w 904"/>
                <a:gd name="T7" fmla="*/ 3 h 544"/>
                <a:gd name="T8" fmla="*/ 53 w 904"/>
                <a:gd name="T9" fmla="*/ 4 h 544"/>
                <a:gd name="T10" fmla="*/ 46 w 904"/>
                <a:gd name="T11" fmla="*/ 7 h 544"/>
                <a:gd name="T12" fmla="*/ 40 w 904"/>
                <a:gd name="T13" fmla="*/ 10 h 544"/>
                <a:gd name="T14" fmla="*/ 33 w 904"/>
                <a:gd name="T15" fmla="*/ 14 h 544"/>
                <a:gd name="T16" fmla="*/ 27 w 904"/>
                <a:gd name="T17" fmla="*/ 18 h 544"/>
                <a:gd name="T18" fmla="*/ 22 w 904"/>
                <a:gd name="T19" fmla="*/ 23 h 544"/>
                <a:gd name="T20" fmla="*/ 16 w 904"/>
                <a:gd name="T21" fmla="*/ 28 h 544"/>
                <a:gd name="T22" fmla="*/ 12 w 904"/>
                <a:gd name="T23" fmla="*/ 34 h 544"/>
                <a:gd name="T24" fmla="*/ 9 w 904"/>
                <a:gd name="T25" fmla="*/ 40 h 544"/>
                <a:gd name="T26" fmla="*/ 5 w 904"/>
                <a:gd name="T27" fmla="*/ 47 h 544"/>
                <a:gd name="T28" fmla="*/ 3 w 904"/>
                <a:gd name="T29" fmla="*/ 54 h 544"/>
                <a:gd name="T30" fmla="*/ 1 w 904"/>
                <a:gd name="T31" fmla="*/ 61 h 544"/>
                <a:gd name="T32" fmla="*/ 0 w 904"/>
                <a:gd name="T33" fmla="*/ 69 h 544"/>
                <a:gd name="T34" fmla="*/ 0 w 904"/>
                <a:gd name="T35" fmla="*/ 77 h 544"/>
                <a:gd name="T36" fmla="*/ 0 w 904"/>
                <a:gd name="T37" fmla="*/ 544 h 544"/>
                <a:gd name="T38" fmla="*/ 904 w 904"/>
                <a:gd name="T39" fmla="*/ 544 h 544"/>
                <a:gd name="T40" fmla="*/ 904 w 904"/>
                <a:gd name="T41" fmla="*/ 77 h 544"/>
                <a:gd name="T42" fmla="*/ 904 w 904"/>
                <a:gd name="T43" fmla="*/ 69 h 544"/>
                <a:gd name="T44" fmla="*/ 903 w 904"/>
                <a:gd name="T45" fmla="*/ 61 h 544"/>
                <a:gd name="T46" fmla="*/ 901 w 904"/>
                <a:gd name="T47" fmla="*/ 54 h 544"/>
                <a:gd name="T48" fmla="*/ 899 w 904"/>
                <a:gd name="T49" fmla="*/ 47 h 544"/>
                <a:gd name="T50" fmla="*/ 896 w 904"/>
                <a:gd name="T51" fmla="*/ 40 h 544"/>
                <a:gd name="T52" fmla="*/ 892 w 904"/>
                <a:gd name="T53" fmla="*/ 34 h 544"/>
                <a:gd name="T54" fmla="*/ 888 w 904"/>
                <a:gd name="T55" fmla="*/ 28 h 544"/>
                <a:gd name="T56" fmla="*/ 882 w 904"/>
                <a:gd name="T57" fmla="*/ 23 h 544"/>
                <a:gd name="T58" fmla="*/ 877 w 904"/>
                <a:gd name="T59" fmla="*/ 18 h 544"/>
                <a:gd name="T60" fmla="*/ 871 w 904"/>
                <a:gd name="T61" fmla="*/ 14 h 544"/>
                <a:gd name="T62" fmla="*/ 866 w 904"/>
                <a:gd name="T63" fmla="*/ 10 h 544"/>
                <a:gd name="T64" fmla="*/ 859 w 904"/>
                <a:gd name="T65" fmla="*/ 7 h 544"/>
                <a:gd name="T66" fmla="*/ 851 w 904"/>
                <a:gd name="T67" fmla="*/ 4 h 544"/>
                <a:gd name="T68" fmla="*/ 845 w 904"/>
                <a:gd name="T69" fmla="*/ 3 h 544"/>
                <a:gd name="T70" fmla="*/ 837 w 904"/>
                <a:gd name="T71" fmla="*/ 2 h 544"/>
                <a:gd name="T72" fmla="*/ 829 w 904"/>
                <a:gd name="T73" fmla="*/ 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04" h="544">
                  <a:moveTo>
                    <a:pt x="829" y="0"/>
                  </a:moveTo>
                  <a:lnTo>
                    <a:pt x="75" y="0"/>
                  </a:lnTo>
                  <a:lnTo>
                    <a:pt x="67" y="2"/>
                  </a:lnTo>
                  <a:lnTo>
                    <a:pt x="59" y="3"/>
                  </a:lnTo>
                  <a:lnTo>
                    <a:pt x="53" y="4"/>
                  </a:lnTo>
                  <a:lnTo>
                    <a:pt x="46" y="7"/>
                  </a:lnTo>
                  <a:lnTo>
                    <a:pt x="40" y="10"/>
                  </a:lnTo>
                  <a:lnTo>
                    <a:pt x="33" y="14"/>
                  </a:lnTo>
                  <a:lnTo>
                    <a:pt x="27" y="18"/>
                  </a:lnTo>
                  <a:lnTo>
                    <a:pt x="22" y="23"/>
                  </a:lnTo>
                  <a:lnTo>
                    <a:pt x="16" y="28"/>
                  </a:lnTo>
                  <a:lnTo>
                    <a:pt x="12" y="34"/>
                  </a:lnTo>
                  <a:lnTo>
                    <a:pt x="9" y="40"/>
                  </a:lnTo>
                  <a:lnTo>
                    <a:pt x="5" y="47"/>
                  </a:lnTo>
                  <a:lnTo>
                    <a:pt x="3" y="54"/>
                  </a:lnTo>
                  <a:lnTo>
                    <a:pt x="1" y="61"/>
                  </a:lnTo>
                  <a:lnTo>
                    <a:pt x="0" y="69"/>
                  </a:lnTo>
                  <a:lnTo>
                    <a:pt x="0" y="77"/>
                  </a:lnTo>
                  <a:lnTo>
                    <a:pt x="0" y="544"/>
                  </a:lnTo>
                  <a:lnTo>
                    <a:pt x="904" y="544"/>
                  </a:lnTo>
                  <a:lnTo>
                    <a:pt x="904" y="77"/>
                  </a:lnTo>
                  <a:lnTo>
                    <a:pt x="904" y="69"/>
                  </a:lnTo>
                  <a:lnTo>
                    <a:pt x="903" y="61"/>
                  </a:lnTo>
                  <a:lnTo>
                    <a:pt x="901" y="54"/>
                  </a:lnTo>
                  <a:lnTo>
                    <a:pt x="899" y="47"/>
                  </a:lnTo>
                  <a:lnTo>
                    <a:pt x="896" y="40"/>
                  </a:lnTo>
                  <a:lnTo>
                    <a:pt x="892" y="34"/>
                  </a:lnTo>
                  <a:lnTo>
                    <a:pt x="888" y="28"/>
                  </a:lnTo>
                  <a:lnTo>
                    <a:pt x="882" y="23"/>
                  </a:lnTo>
                  <a:lnTo>
                    <a:pt x="877" y="18"/>
                  </a:lnTo>
                  <a:lnTo>
                    <a:pt x="871" y="14"/>
                  </a:lnTo>
                  <a:lnTo>
                    <a:pt x="866" y="10"/>
                  </a:lnTo>
                  <a:lnTo>
                    <a:pt x="859" y="7"/>
                  </a:lnTo>
                  <a:lnTo>
                    <a:pt x="851" y="4"/>
                  </a:lnTo>
                  <a:lnTo>
                    <a:pt x="845" y="3"/>
                  </a:lnTo>
                  <a:lnTo>
                    <a:pt x="837" y="2"/>
                  </a:lnTo>
                  <a:lnTo>
                    <a:pt x="8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84" name="Forma libre 1594">
              <a:extLst>
                <a:ext uri="{FF2B5EF4-FFF2-40B4-BE49-F238E27FC236}">
                  <a16:creationId xmlns:a16="http://schemas.microsoft.com/office/drawing/2014/main" id="{2A229F37-7B67-4EE7-B334-2F3DE95D8A44}"/>
                </a:ext>
              </a:extLst>
            </p:cNvPr>
            <p:cNvSpPr>
              <a:spLocks noEditPoints="1"/>
            </p:cNvSpPr>
            <p:nvPr/>
          </p:nvSpPr>
          <p:spPr bwMode="auto">
            <a:xfrm>
              <a:off x="879475" y="1000125"/>
              <a:ext cx="287338" cy="76200"/>
            </a:xfrm>
            <a:custGeom>
              <a:avLst/>
              <a:gdLst>
                <a:gd name="T0" fmla="*/ 459 w 904"/>
                <a:gd name="T1" fmla="*/ 29 h 241"/>
                <a:gd name="T2" fmla="*/ 469 w 904"/>
                <a:gd name="T3" fmla="*/ 35 h 241"/>
                <a:gd name="T4" fmla="*/ 478 w 904"/>
                <a:gd name="T5" fmla="*/ 43 h 241"/>
                <a:gd name="T6" fmla="*/ 482 w 904"/>
                <a:gd name="T7" fmla="*/ 54 h 241"/>
                <a:gd name="T8" fmla="*/ 482 w 904"/>
                <a:gd name="T9" fmla="*/ 66 h 241"/>
                <a:gd name="T10" fmla="*/ 478 w 904"/>
                <a:gd name="T11" fmla="*/ 77 h 241"/>
                <a:gd name="T12" fmla="*/ 469 w 904"/>
                <a:gd name="T13" fmla="*/ 85 h 241"/>
                <a:gd name="T14" fmla="*/ 459 w 904"/>
                <a:gd name="T15" fmla="*/ 89 h 241"/>
                <a:gd name="T16" fmla="*/ 447 w 904"/>
                <a:gd name="T17" fmla="*/ 89 h 241"/>
                <a:gd name="T18" fmla="*/ 436 w 904"/>
                <a:gd name="T19" fmla="*/ 85 h 241"/>
                <a:gd name="T20" fmla="*/ 427 w 904"/>
                <a:gd name="T21" fmla="*/ 77 h 241"/>
                <a:gd name="T22" fmla="*/ 422 w 904"/>
                <a:gd name="T23" fmla="*/ 66 h 241"/>
                <a:gd name="T24" fmla="*/ 422 w 904"/>
                <a:gd name="T25" fmla="*/ 54 h 241"/>
                <a:gd name="T26" fmla="*/ 427 w 904"/>
                <a:gd name="T27" fmla="*/ 43 h 241"/>
                <a:gd name="T28" fmla="*/ 436 w 904"/>
                <a:gd name="T29" fmla="*/ 35 h 241"/>
                <a:gd name="T30" fmla="*/ 447 w 904"/>
                <a:gd name="T31" fmla="*/ 31 h 241"/>
                <a:gd name="T32" fmla="*/ 452 w 904"/>
                <a:gd name="T33" fmla="*/ 29 h 241"/>
                <a:gd name="T34" fmla="*/ 0 w 904"/>
                <a:gd name="T35" fmla="*/ 83 h 241"/>
                <a:gd name="T36" fmla="*/ 3 w 904"/>
                <a:gd name="T37" fmla="*/ 97 h 241"/>
                <a:gd name="T38" fmla="*/ 9 w 904"/>
                <a:gd name="T39" fmla="*/ 110 h 241"/>
                <a:gd name="T40" fmla="*/ 16 w 904"/>
                <a:gd name="T41" fmla="*/ 122 h 241"/>
                <a:gd name="T42" fmla="*/ 27 w 904"/>
                <a:gd name="T43" fmla="*/ 132 h 241"/>
                <a:gd name="T44" fmla="*/ 40 w 904"/>
                <a:gd name="T45" fmla="*/ 141 h 241"/>
                <a:gd name="T46" fmla="*/ 53 w 904"/>
                <a:gd name="T47" fmla="*/ 147 h 241"/>
                <a:gd name="T48" fmla="*/ 67 w 904"/>
                <a:gd name="T49" fmla="*/ 150 h 241"/>
                <a:gd name="T50" fmla="*/ 437 w 904"/>
                <a:gd name="T51" fmla="*/ 150 h 241"/>
                <a:gd name="T52" fmla="*/ 195 w 904"/>
                <a:gd name="T53" fmla="*/ 211 h 241"/>
                <a:gd name="T54" fmla="*/ 190 w 904"/>
                <a:gd name="T55" fmla="*/ 212 h 241"/>
                <a:gd name="T56" fmla="*/ 186 w 904"/>
                <a:gd name="T57" fmla="*/ 215 h 241"/>
                <a:gd name="T58" fmla="*/ 182 w 904"/>
                <a:gd name="T59" fmla="*/ 220 h 241"/>
                <a:gd name="T60" fmla="*/ 181 w 904"/>
                <a:gd name="T61" fmla="*/ 225 h 241"/>
                <a:gd name="T62" fmla="*/ 182 w 904"/>
                <a:gd name="T63" fmla="*/ 232 h 241"/>
                <a:gd name="T64" fmla="*/ 186 w 904"/>
                <a:gd name="T65" fmla="*/ 236 h 241"/>
                <a:gd name="T66" fmla="*/ 190 w 904"/>
                <a:gd name="T67" fmla="*/ 240 h 241"/>
                <a:gd name="T68" fmla="*/ 195 w 904"/>
                <a:gd name="T69" fmla="*/ 241 h 241"/>
                <a:gd name="T70" fmla="*/ 742 w 904"/>
                <a:gd name="T71" fmla="*/ 241 h 241"/>
                <a:gd name="T72" fmla="*/ 747 w 904"/>
                <a:gd name="T73" fmla="*/ 239 h 241"/>
                <a:gd name="T74" fmla="*/ 752 w 904"/>
                <a:gd name="T75" fmla="*/ 234 h 241"/>
                <a:gd name="T76" fmla="*/ 754 w 904"/>
                <a:gd name="T77" fmla="*/ 229 h 241"/>
                <a:gd name="T78" fmla="*/ 754 w 904"/>
                <a:gd name="T79" fmla="*/ 223 h 241"/>
                <a:gd name="T80" fmla="*/ 752 w 904"/>
                <a:gd name="T81" fmla="*/ 218 h 241"/>
                <a:gd name="T82" fmla="*/ 747 w 904"/>
                <a:gd name="T83" fmla="*/ 213 h 241"/>
                <a:gd name="T84" fmla="*/ 742 w 904"/>
                <a:gd name="T85" fmla="*/ 211 h 241"/>
                <a:gd name="T86" fmla="*/ 468 w 904"/>
                <a:gd name="T87" fmla="*/ 211 h 241"/>
                <a:gd name="T88" fmla="*/ 829 w 904"/>
                <a:gd name="T89" fmla="*/ 150 h 241"/>
                <a:gd name="T90" fmla="*/ 845 w 904"/>
                <a:gd name="T91" fmla="*/ 149 h 241"/>
                <a:gd name="T92" fmla="*/ 859 w 904"/>
                <a:gd name="T93" fmla="*/ 145 h 241"/>
                <a:gd name="T94" fmla="*/ 871 w 904"/>
                <a:gd name="T95" fmla="*/ 137 h 241"/>
                <a:gd name="T96" fmla="*/ 882 w 904"/>
                <a:gd name="T97" fmla="*/ 128 h 241"/>
                <a:gd name="T98" fmla="*/ 892 w 904"/>
                <a:gd name="T99" fmla="*/ 117 h 241"/>
                <a:gd name="T100" fmla="*/ 899 w 904"/>
                <a:gd name="T101" fmla="*/ 104 h 241"/>
                <a:gd name="T102" fmla="*/ 903 w 904"/>
                <a:gd name="T103" fmla="*/ 90 h 241"/>
                <a:gd name="T104" fmla="*/ 904 w 904"/>
                <a:gd name="T105" fmla="*/ 75 h 241"/>
                <a:gd name="T106" fmla="*/ 0 w 904"/>
                <a:gd name="T107" fmla="*/ 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4" h="241">
                  <a:moveTo>
                    <a:pt x="452" y="29"/>
                  </a:moveTo>
                  <a:lnTo>
                    <a:pt x="459" y="29"/>
                  </a:lnTo>
                  <a:lnTo>
                    <a:pt x="464" y="32"/>
                  </a:lnTo>
                  <a:lnTo>
                    <a:pt x="469" y="35"/>
                  </a:lnTo>
                  <a:lnTo>
                    <a:pt x="473" y="38"/>
                  </a:lnTo>
                  <a:lnTo>
                    <a:pt x="478" y="43"/>
                  </a:lnTo>
                  <a:lnTo>
                    <a:pt x="480" y="48"/>
                  </a:lnTo>
                  <a:lnTo>
                    <a:pt x="482" y="54"/>
                  </a:lnTo>
                  <a:lnTo>
                    <a:pt x="482" y="59"/>
                  </a:lnTo>
                  <a:lnTo>
                    <a:pt x="482" y="66"/>
                  </a:lnTo>
                  <a:lnTo>
                    <a:pt x="480" y="71"/>
                  </a:lnTo>
                  <a:lnTo>
                    <a:pt x="478" y="77"/>
                  </a:lnTo>
                  <a:lnTo>
                    <a:pt x="473" y="81"/>
                  </a:lnTo>
                  <a:lnTo>
                    <a:pt x="469" y="85"/>
                  </a:lnTo>
                  <a:lnTo>
                    <a:pt x="464" y="87"/>
                  </a:lnTo>
                  <a:lnTo>
                    <a:pt x="459" y="89"/>
                  </a:lnTo>
                  <a:lnTo>
                    <a:pt x="452" y="90"/>
                  </a:lnTo>
                  <a:lnTo>
                    <a:pt x="447" y="89"/>
                  </a:lnTo>
                  <a:lnTo>
                    <a:pt x="440" y="87"/>
                  </a:lnTo>
                  <a:lnTo>
                    <a:pt x="436" y="85"/>
                  </a:lnTo>
                  <a:lnTo>
                    <a:pt x="431" y="81"/>
                  </a:lnTo>
                  <a:lnTo>
                    <a:pt x="427" y="77"/>
                  </a:lnTo>
                  <a:lnTo>
                    <a:pt x="424" y="71"/>
                  </a:lnTo>
                  <a:lnTo>
                    <a:pt x="422" y="66"/>
                  </a:lnTo>
                  <a:lnTo>
                    <a:pt x="422" y="59"/>
                  </a:lnTo>
                  <a:lnTo>
                    <a:pt x="422" y="54"/>
                  </a:lnTo>
                  <a:lnTo>
                    <a:pt x="424" y="48"/>
                  </a:lnTo>
                  <a:lnTo>
                    <a:pt x="427" y="43"/>
                  </a:lnTo>
                  <a:lnTo>
                    <a:pt x="431" y="38"/>
                  </a:lnTo>
                  <a:lnTo>
                    <a:pt x="436" y="35"/>
                  </a:lnTo>
                  <a:lnTo>
                    <a:pt x="440" y="32"/>
                  </a:lnTo>
                  <a:lnTo>
                    <a:pt x="447" y="31"/>
                  </a:lnTo>
                  <a:lnTo>
                    <a:pt x="452" y="29"/>
                  </a:lnTo>
                  <a:lnTo>
                    <a:pt x="452" y="29"/>
                  </a:lnTo>
                  <a:close/>
                  <a:moveTo>
                    <a:pt x="0" y="75"/>
                  </a:moveTo>
                  <a:lnTo>
                    <a:pt x="0" y="83"/>
                  </a:lnTo>
                  <a:lnTo>
                    <a:pt x="1" y="90"/>
                  </a:lnTo>
                  <a:lnTo>
                    <a:pt x="3" y="97"/>
                  </a:lnTo>
                  <a:lnTo>
                    <a:pt x="5" y="104"/>
                  </a:lnTo>
                  <a:lnTo>
                    <a:pt x="9" y="110"/>
                  </a:lnTo>
                  <a:lnTo>
                    <a:pt x="12" y="117"/>
                  </a:lnTo>
                  <a:lnTo>
                    <a:pt x="16" y="122"/>
                  </a:lnTo>
                  <a:lnTo>
                    <a:pt x="22" y="128"/>
                  </a:lnTo>
                  <a:lnTo>
                    <a:pt x="27" y="132"/>
                  </a:lnTo>
                  <a:lnTo>
                    <a:pt x="33" y="137"/>
                  </a:lnTo>
                  <a:lnTo>
                    <a:pt x="40" y="141"/>
                  </a:lnTo>
                  <a:lnTo>
                    <a:pt x="46" y="145"/>
                  </a:lnTo>
                  <a:lnTo>
                    <a:pt x="53" y="147"/>
                  </a:lnTo>
                  <a:lnTo>
                    <a:pt x="59" y="149"/>
                  </a:lnTo>
                  <a:lnTo>
                    <a:pt x="67" y="150"/>
                  </a:lnTo>
                  <a:lnTo>
                    <a:pt x="75" y="150"/>
                  </a:lnTo>
                  <a:lnTo>
                    <a:pt x="437" y="150"/>
                  </a:lnTo>
                  <a:lnTo>
                    <a:pt x="437" y="211"/>
                  </a:lnTo>
                  <a:lnTo>
                    <a:pt x="195" y="211"/>
                  </a:lnTo>
                  <a:lnTo>
                    <a:pt x="192" y="211"/>
                  </a:lnTo>
                  <a:lnTo>
                    <a:pt x="190" y="212"/>
                  </a:lnTo>
                  <a:lnTo>
                    <a:pt x="188" y="213"/>
                  </a:lnTo>
                  <a:lnTo>
                    <a:pt x="186" y="215"/>
                  </a:lnTo>
                  <a:lnTo>
                    <a:pt x="183" y="218"/>
                  </a:lnTo>
                  <a:lnTo>
                    <a:pt x="182" y="220"/>
                  </a:lnTo>
                  <a:lnTo>
                    <a:pt x="181" y="223"/>
                  </a:lnTo>
                  <a:lnTo>
                    <a:pt x="181" y="225"/>
                  </a:lnTo>
                  <a:lnTo>
                    <a:pt x="181" y="229"/>
                  </a:lnTo>
                  <a:lnTo>
                    <a:pt x="182" y="232"/>
                  </a:lnTo>
                  <a:lnTo>
                    <a:pt x="183" y="234"/>
                  </a:lnTo>
                  <a:lnTo>
                    <a:pt x="186" y="236"/>
                  </a:lnTo>
                  <a:lnTo>
                    <a:pt x="188" y="239"/>
                  </a:lnTo>
                  <a:lnTo>
                    <a:pt x="190" y="240"/>
                  </a:lnTo>
                  <a:lnTo>
                    <a:pt x="192" y="241"/>
                  </a:lnTo>
                  <a:lnTo>
                    <a:pt x="195" y="241"/>
                  </a:lnTo>
                  <a:lnTo>
                    <a:pt x="739" y="241"/>
                  </a:lnTo>
                  <a:lnTo>
                    <a:pt x="742" y="241"/>
                  </a:lnTo>
                  <a:lnTo>
                    <a:pt x="745" y="240"/>
                  </a:lnTo>
                  <a:lnTo>
                    <a:pt x="747" y="239"/>
                  </a:lnTo>
                  <a:lnTo>
                    <a:pt x="750" y="236"/>
                  </a:lnTo>
                  <a:lnTo>
                    <a:pt x="752" y="234"/>
                  </a:lnTo>
                  <a:lnTo>
                    <a:pt x="753" y="232"/>
                  </a:lnTo>
                  <a:lnTo>
                    <a:pt x="754" y="229"/>
                  </a:lnTo>
                  <a:lnTo>
                    <a:pt x="754" y="225"/>
                  </a:lnTo>
                  <a:lnTo>
                    <a:pt x="754" y="223"/>
                  </a:lnTo>
                  <a:lnTo>
                    <a:pt x="753" y="220"/>
                  </a:lnTo>
                  <a:lnTo>
                    <a:pt x="752" y="218"/>
                  </a:lnTo>
                  <a:lnTo>
                    <a:pt x="750" y="215"/>
                  </a:lnTo>
                  <a:lnTo>
                    <a:pt x="747" y="213"/>
                  </a:lnTo>
                  <a:lnTo>
                    <a:pt x="745" y="212"/>
                  </a:lnTo>
                  <a:lnTo>
                    <a:pt x="742" y="211"/>
                  </a:lnTo>
                  <a:lnTo>
                    <a:pt x="739" y="211"/>
                  </a:lnTo>
                  <a:lnTo>
                    <a:pt x="468" y="211"/>
                  </a:lnTo>
                  <a:lnTo>
                    <a:pt x="468" y="150"/>
                  </a:lnTo>
                  <a:lnTo>
                    <a:pt x="829" y="150"/>
                  </a:lnTo>
                  <a:lnTo>
                    <a:pt x="837" y="150"/>
                  </a:lnTo>
                  <a:lnTo>
                    <a:pt x="845" y="149"/>
                  </a:lnTo>
                  <a:lnTo>
                    <a:pt x="851" y="147"/>
                  </a:lnTo>
                  <a:lnTo>
                    <a:pt x="859" y="145"/>
                  </a:lnTo>
                  <a:lnTo>
                    <a:pt x="866" y="141"/>
                  </a:lnTo>
                  <a:lnTo>
                    <a:pt x="871" y="137"/>
                  </a:lnTo>
                  <a:lnTo>
                    <a:pt x="877" y="132"/>
                  </a:lnTo>
                  <a:lnTo>
                    <a:pt x="882" y="128"/>
                  </a:lnTo>
                  <a:lnTo>
                    <a:pt x="888" y="122"/>
                  </a:lnTo>
                  <a:lnTo>
                    <a:pt x="892" y="117"/>
                  </a:lnTo>
                  <a:lnTo>
                    <a:pt x="896" y="110"/>
                  </a:lnTo>
                  <a:lnTo>
                    <a:pt x="899" y="104"/>
                  </a:lnTo>
                  <a:lnTo>
                    <a:pt x="901" y="97"/>
                  </a:lnTo>
                  <a:lnTo>
                    <a:pt x="903" y="90"/>
                  </a:lnTo>
                  <a:lnTo>
                    <a:pt x="904" y="83"/>
                  </a:lnTo>
                  <a:lnTo>
                    <a:pt x="904" y="75"/>
                  </a:lnTo>
                  <a:lnTo>
                    <a:pt x="904" y="0"/>
                  </a:lnTo>
                  <a:lnTo>
                    <a:pt x="0" y="0"/>
                  </a:lnTo>
                  <a:lnTo>
                    <a:pt x="0"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grpSp>
      <p:grpSp>
        <p:nvGrpSpPr>
          <p:cNvPr id="85" name="Grupo 84" descr="Icono de monitores de ordenador.">
            <a:extLst>
              <a:ext uri="{FF2B5EF4-FFF2-40B4-BE49-F238E27FC236}">
                <a16:creationId xmlns:a16="http://schemas.microsoft.com/office/drawing/2014/main" id="{A97EEAA0-CE6D-46A9-9837-67DD5CDA8CE9}"/>
              </a:ext>
            </a:extLst>
          </p:cNvPr>
          <p:cNvGrpSpPr/>
          <p:nvPr/>
        </p:nvGrpSpPr>
        <p:grpSpPr>
          <a:xfrm>
            <a:off x="4277123" y="1359245"/>
            <a:ext cx="287338" cy="258762"/>
            <a:chOff x="304800" y="5129213"/>
            <a:chExt cx="287338" cy="258762"/>
          </a:xfrm>
          <a:solidFill>
            <a:schemeClr val="bg1"/>
          </a:solidFill>
        </p:grpSpPr>
        <p:sp>
          <p:nvSpPr>
            <p:cNvPr id="86" name="Forma libre 1630">
              <a:extLst>
                <a:ext uri="{FF2B5EF4-FFF2-40B4-BE49-F238E27FC236}">
                  <a16:creationId xmlns:a16="http://schemas.microsoft.com/office/drawing/2014/main" id="{CD9DD3B0-9FD5-473E-A718-FEFF0355FBCA}"/>
                </a:ext>
              </a:extLst>
            </p:cNvPr>
            <p:cNvSpPr>
              <a:spLocks/>
            </p:cNvSpPr>
            <p:nvPr/>
          </p:nvSpPr>
          <p:spPr bwMode="auto">
            <a:xfrm>
              <a:off x="381000" y="5224463"/>
              <a:ext cx="134938" cy="38100"/>
            </a:xfrm>
            <a:custGeom>
              <a:avLst/>
              <a:gdLst>
                <a:gd name="T0" fmla="*/ 176 w 423"/>
                <a:gd name="T1" fmla="*/ 120 h 120"/>
                <a:gd name="T2" fmla="*/ 247 w 423"/>
                <a:gd name="T3" fmla="*/ 120 h 120"/>
                <a:gd name="T4" fmla="*/ 252 w 423"/>
                <a:gd name="T5" fmla="*/ 108 h 120"/>
                <a:gd name="T6" fmla="*/ 260 w 423"/>
                <a:gd name="T7" fmla="*/ 97 h 120"/>
                <a:gd name="T8" fmla="*/ 269 w 423"/>
                <a:gd name="T9" fmla="*/ 86 h 120"/>
                <a:gd name="T10" fmla="*/ 280 w 423"/>
                <a:gd name="T11" fmla="*/ 77 h 120"/>
                <a:gd name="T12" fmla="*/ 291 w 423"/>
                <a:gd name="T13" fmla="*/ 71 h 120"/>
                <a:gd name="T14" fmla="*/ 304 w 423"/>
                <a:gd name="T15" fmla="*/ 65 h 120"/>
                <a:gd name="T16" fmla="*/ 311 w 423"/>
                <a:gd name="T17" fmla="*/ 63 h 120"/>
                <a:gd name="T18" fmla="*/ 318 w 423"/>
                <a:gd name="T19" fmla="*/ 62 h 120"/>
                <a:gd name="T20" fmla="*/ 325 w 423"/>
                <a:gd name="T21" fmla="*/ 61 h 120"/>
                <a:gd name="T22" fmla="*/ 332 w 423"/>
                <a:gd name="T23" fmla="*/ 61 h 120"/>
                <a:gd name="T24" fmla="*/ 423 w 423"/>
                <a:gd name="T25" fmla="*/ 61 h 120"/>
                <a:gd name="T26" fmla="*/ 423 w 423"/>
                <a:gd name="T27" fmla="*/ 31 h 120"/>
                <a:gd name="T28" fmla="*/ 423 w 423"/>
                <a:gd name="T29" fmla="*/ 22 h 120"/>
                <a:gd name="T30" fmla="*/ 420 w 423"/>
                <a:gd name="T31" fmla="*/ 14 h 120"/>
                <a:gd name="T32" fmla="*/ 418 w 423"/>
                <a:gd name="T33" fmla="*/ 8 h 120"/>
                <a:gd name="T34" fmla="*/ 415 w 423"/>
                <a:gd name="T35" fmla="*/ 0 h 120"/>
                <a:gd name="T36" fmla="*/ 363 w 423"/>
                <a:gd name="T37" fmla="*/ 0 h 120"/>
                <a:gd name="T38" fmla="*/ 61 w 423"/>
                <a:gd name="T39" fmla="*/ 0 h 120"/>
                <a:gd name="T40" fmla="*/ 9 w 423"/>
                <a:gd name="T41" fmla="*/ 0 h 120"/>
                <a:gd name="T42" fmla="*/ 6 w 423"/>
                <a:gd name="T43" fmla="*/ 8 h 120"/>
                <a:gd name="T44" fmla="*/ 2 w 423"/>
                <a:gd name="T45" fmla="*/ 14 h 120"/>
                <a:gd name="T46" fmla="*/ 1 w 423"/>
                <a:gd name="T47" fmla="*/ 22 h 120"/>
                <a:gd name="T48" fmla="*/ 0 w 423"/>
                <a:gd name="T49" fmla="*/ 31 h 120"/>
                <a:gd name="T50" fmla="*/ 0 w 423"/>
                <a:gd name="T51" fmla="*/ 61 h 120"/>
                <a:gd name="T52" fmla="*/ 91 w 423"/>
                <a:gd name="T53" fmla="*/ 61 h 120"/>
                <a:gd name="T54" fmla="*/ 99 w 423"/>
                <a:gd name="T55" fmla="*/ 61 h 120"/>
                <a:gd name="T56" fmla="*/ 105 w 423"/>
                <a:gd name="T57" fmla="*/ 62 h 120"/>
                <a:gd name="T58" fmla="*/ 112 w 423"/>
                <a:gd name="T59" fmla="*/ 63 h 120"/>
                <a:gd name="T60" fmla="*/ 120 w 423"/>
                <a:gd name="T61" fmla="*/ 65 h 120"/>
                <a:gd name="T62" fmla="*/ 132 w 423"/>
                <a:gd name="T63" fmla="*/ 71 h 120"/>
                <a:gd name="T64" fmla="*/ 144 w 423"/>
                <a:gd name="T65" fmla="*/ 77 h 120"/>
                <a:gd name="T66" fmla="*/ 154 w 423"/>
                <a:gd name="T67" fmla="*/ 86 h 120"/>
                <a:gd name="T68" fmla="*/ 163 w 423"/>
                <a:gd name="T69" fmla="*/ 97 h 120"/>
                <a:gd name="T70" fmla="*/ 170 w 423"/>
                <a:gd name="T71" fmla="*/ 108 h 120"/>
                <a:gd name="T72" fmla="*/ 176 w 423"/>
                <a:gd name="T73"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3" h="120">
                  <a:moveTo>
                    <a:pt x="176" y="120"/>
                  </a:moveTo>
                  <a:lnTo>
                    <a:pt x="247" y="120"/>
                  </a:lnTo>
                  <a:lnTo>
                    <a:pt x="252" y="108"/>
                  </a:lnTo>
                  <a:lnTo>
                    <a:pt x="260" y="97"/>
                  </a:lnTo>
                  <a:lnTo>
                    <a:pt x="269" y="86"/>
                  </a:lnTo>
                  <a:lnTo>
                    <a:pt x="280" y="77"/>
                  </a:lnTo>
                  <a:lnTo>
                    <a:pt x="291" y="71"/>
                  </a:lnTo>
                  <a:lnTo>
                    <a:pt x="304" y="65"/>
                  </a:lnTo>
                  <a:lnTo>
                    <a:pt x="311" y="63"/>
                  </a:lnTo>
                  <a:lnTo>
                    <a:pt x="318" y="62"/>
                  </a:lnTo>
                  <a:lnTo>
                    <a:pt x="325" y="61"/>
                  </a:lnTo>
                  <a:lnTo>
                    <a:pt x="332" y="61"/>
                  </a:lnTo>
                  <a:lnTo>
                    <a:pt x="423" y="61"/>
                  </a:lnTo>
                  <a:lnTo>
                    <a:pt x="423" y="31"/>
                  </a:lnTo>
                  <a:lnTo>
                    <a:pt x="423" y="22"/>
                  </a:lnTo>
                  <a:lnTo>
                    <a:pt x="420" y="14"/>
                  </a:lnTo>
                  <a:lnTo>
                    <a:pt x="418" y="8"/>
                  </a:lnTo>
                  <a:lnTo>
                    <a:pt x="415" y="0"/>
                  </a:lnTo>
                  <a:lnTo>
                    <a:pt x="363" y="0"/>
                  </a:lnTo>
                  <a:lnTo>
                    <a:pt x="61" y="0"/>
                  </a:lnTo>
                  <a:lnTo>
                    <a:pt x="9" y="0"/>
                  </a:lnTo>
                  <a:lnTo>
                    <a:pt x="6" y="8"/>
                  </a:lnTo>
                  <a:lnTo>
                    <a:pt x="2" y="14"/>
                  </a:lnTo>
                  <a:lnTo>
                    <a:pt x="1" y="22"/>
                  </a:lnTo>
                  <a:lnTo>
                    <a:pt x="0" y="31"/>
                  </a:lnTo>
                  <a:lnTo>
                    <a:pt x="0" y="61"/>
                  </a:lnTo>
                  <a:lnTo>
                    <a:pt x="91" y="61"/>
                  </a:lnTo>
                  <a:lnTo>
                    <a:pt x="99" y="61"/>
                  </a:lnTo>
                  <a:lnTo>
                    <a:pt x="105" y="62"/>
                  </a:lnTo>
                  <a:lnTo>
                    <a:pt x="112" y="63"/>
                  </a:lnTo>
                  <a:lnTo>
                    <a:pt x="120" y="65"/>
                  </a:lnTo>
                  <a:lnTo>
                    <a:pt x="132" y="71"/>
                  </a:lnTo>
                  <a:lnTo>
                    <a:pt x="144" y="77"/>
                  </a:lnTo>
                  <a:lnTo>
                    <a:pt x="154" y="86"/>
                  </a:lnTo>
                  <a:lnTo>
                    <a:pt x="163" y="97"/>
                  </a:lnTo>
                  <a:lnTo>
                    <a:pt x="170" y="108"/>
                  </a:lnTo>
                  <a:lnTo>
                    <a:pt x="176"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87" name="Forma libre 1631">
              <a:extLst>
                <a:ext uri="{FF2B5EF4-FFF2-40B4-BE49-F238E27FC236}">
                  <a16:creationId xmlns:a16="http://schemas.microsoft.com/office/drawing/2014/main" id="{99F6D614-3AD7-472A-92A9-85406C4F4B20}"/>
                </a:ext>
              </a:extLst>
            </p:cNvPr>
            <p:cNvSpPr>
              <a:spLocks noEditPoints="1"/>
            </p:cNvSpPr>
            <p:nvPr/>
          </p:nvSpPr>
          <p:spPr bwMode="auto">
            <a:xfrm>
              <a:off x="390525" y="5129213"/>
              <a:ext cx="115888" cy="85725"/>
            </a:xfrm>
            <a:custGeom>
              <a:avLst/>
              <a:gdLst>
                <a:gd name="T0" fmla="*/ 60 w 362"/>
                <a:gd name="T1" fmla="*/ 72 h 271"/>
                <a:gd name="T2" fmla="*/ 62 w 362"/>
                <a:gd name="T3" fmla="*/ 66 h 271"/>
                <a:gd name="T4" fmla="*/ 66 w 362"/>
                <a:gd name="T5" fmla="*/ 62 h 271"/>
                <a:gd name="T6" fmla="*/ 72 w 362"/>
                <a:gd name="T7" fmla="*/ 60 h 271"/>
                <a:gd name="T8" fmla="*/ 287 w 362"/>
                <a:gd name="T9" fmla="*/ 60 h 271"/>
                <a:gd name="T10" fmla="*/ 292 w 362"/>
                <a:gd name="T11" fmla="*/ 61 h 271"/>
                <a:gd name="T12" fmla="*/ 297 w 362"/>
                <a:gd name="T13" fmla="*/ 64 h 271"/>
                <a:gd name="T14" fmla="*/ 300 w 362"/>
                <a:gd name="T15" fmla="*/ 70 h 271"/>
                <a:gd name="T16" fmla="*/ 301 w 362"/>
                <a:gd name="T17" fmla="*/ 75 h 271"/>
                <a:gd name="T18" fmla="*/ 301 w 362"/>
                <a:gd name="T19" fmla="*/ 229 h 271"/>
                <a:gd name="T20" fmla="*/ 299 w 362"/>
                <a:gd name="T21" fmla="*/ 234 h 271"/>
                <a:gd name="T22" fmla="*/ 294 w 362"/>
                <a:gd name="T23" fmla="*/ 239 h 271"/>
                <a:gd name="T24" fmla="*/ 289 w 362"/>
                <a:gd name="T25" fmla="*/ 241 h 271"/>
                <a:gd name="T26" fmla="*/ 75 w 362"/>
                <a:gd name="T27" fmla="*/ 241 h 271"/>
                <a:gd name="T28" fmla="*/ 69 w 362"/>
                <a:gd name="T29" fmla="*/ 240 h 271"/>
                <a:gd name="T30" fmla="*/ 64 w 362"/>
                <a:gd name="T31" fmla="*/ 237 h 271"/>
                <a:gd name="T32" fmla="*/ 61 w 362"/>
                <a:gd name="T33" fmla="*/ 231 h 271"/>
                <a:gd name="T34" fmla="*/ 60 w 362"/>
                <a:gd name="T35" fmla="*/ 226 h 271"/>
                <a:gd name="T36" fmla="*/ 332 w 362"/>
                <a:gd name="T37" fmla="*/ 271 h 271"/>
                <a:gd name="T38" fmla="*/ 362 w 362"/>
                <a:gd name="T39" fmla="*/ 60 h 271"/>
                <a:gd name="T40" fmla="*/ 361 w 362"/>
                <a:gd name="T41" fmla="*/ 47 h 271"/>
                <a:gd name="T42" fmla="*/ 357 w 362"/>
                <a:gd name="T43" fmla="*/ 36 h 271"/>
                <a:gd name="T44" fmla="*/ 352 w 362"/>
                <a:gd name="T45" fmla="*/ 26 h 271"/>
                <a:gd name="T46" fmla="*/ 344 w 362"/>
                <a:gd name="T47" fmla="*/ 18 h 271"/>
                <a:gd name="T48" fmla="*/ 335 w 362"/>
                <a:gd name="T49" fmla="*/ 10 h 271"/>
                <a:gd name="T50" fmla="*/ 325 w 362"/>
                <a:gd name="T51" fmla="*/ 4 h 271"/>
                <a:gd name="T52" fmla="*/ 313 w 362"/>
                <a:gd name="T53" fmla="*/ 1 h 271"/>
                <a:gd name="T54" fmla="*/ 301 w 362"/>
                <a:gd name="T55" fmla="*/ 0 h 271"/>
                <a:gd name="T56" fmla="*/ 54 w 362"/>
                <a:gd name="T57" fmla="*/ 0 h 271"/>
                <a:gd name="T58" fmla="*/ 42 w 362"/>
                <a:gd name="T59" fmla="*/ 2 h 271"/>
                <a:gd name="T60" fmla="*/ 31 w 362"/>
                <a:gd name="T61" fmla="*/ 7 h 271"/>
                <a:gd name="T62" fmla="*/ 21 w 362"/>
                <a:gd name="T63" fmla="*/ 13 h 271"/>
                <a:gd name="T64" fmla="*/ 13 w 362"/>
                <a:gd name="T65" fmla="*/ 21 h 271"/>
                <a:gd name="T66" fmla="*/ 7 w 362"/>
                <a:gd name="T67" fmla="*/ 31 h 271"/>
                <a:gd name="T68" fmla="*/ 2 w 362"/>
                <a:gd name="T69" fmla="*/ 42 h 271"/>
                <a:gd name="T70" fmla="*/ 0 w 362"/>
                <a:gd name="T71" fmla="*/ 54 h 271"/>
                <a:gd name="T72" fmla="*/ 0 w 362"/>
                <a:gd name="T73" fmla="*/ 271 h 271"/>
                <a:gd name="T74" fmla="*/ 332 w 362"/>
                <a:gd name="T75" fmla="*/ 271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62" h="271">
                  <a:moveTo>
                    <a:pt x="60" y="75"/>
                  </a:moveTo>
                  <a:lnTo>
                    <a:pt x="60" y="72"/>
                  </a:lnTo>
                  <a:lnTo>
                    <a:pt x="61" y="68"/>
                  </a:lnTo>
                  <a:lnTo>
                    <a:pt x="62" y="66"/>
                  </a:lnTo>
                  <a:lnTo>
                    <a:pt x="64" y="64"/>
                  </a:lnTo>
                  <a:lnTo>
                    <a:pt x="66" y="62"/>
                  </a:lnTo>
                  <a:lnTo>
                    <a:pt x="69" y="61"/>
                  </a:lnTo>
                  <a:lnTo>
                    <a:pt x="72" y="60"/>
                  </a:lnTo>
                  <a:lnTo>
                    <a:pt x="75" y="60"/>
                  </a:lnTo>
                  <a:lnTo>
                    <a:pt x="287" y="60"/>
                  </a:lnTo>
                  <a:lnTo>
                    <a:pt x="289" y="60"/>
                  </a:lnTo>
                  <a:lnTo>
                    <a:pt x="292" y="61"/>
                  </a:lnTo>
                  <a:lnTo>
                    <a:pt x="294" y="62"/>
                  </a:lnTo>
                  <a:lnTo>
                    <a:pt x="297" y="64"/>
                  </a:lnTo>
                  <a:lnTo>
                    <a:pt x="299" y="66"/>
                  </a:lnTo>
                  <a:lnTo>
                    <a:pt x="300" y="70"/>
                  </a:lnTo>
                  <a:lnTo>
                    <a:pt x="301" y="72"/>
                  </a:lnTo>
                  <a:lnTo>
                    <a:pt x="301" y="75"/>
                  </a:lnTo>
                  <a:lnTo>
                    <a:pt x="301" y="226"/>
                  </a:lnTo>
                  <a:lnTo>
                    <a:pt x="301" y="229"/>
                  </a:lnTo>
                  <a:lnTo>
                    <a:pt x="300" y="231"/>
                  </a:lnTo>
                  <a:lnTo>
                    <a:pt x="299" y="234"/>
                  </a:lnTo>
                  <a:lnTo>
                    <a:pt x="297" y="237"/>
                  </a:lnTo>
                  <a:lnTo>
                    <a:pt x="294" y="239"/>
                  </a:lnTo>
                  <a:lnTo>
                    <a:pt x="292" y="240"/>
                  </a:lnTo>
                  <a:lnTo>
                    <a:pt x="289" y="241"/>
                  </a:lnTo>
                  <a:lnTo>
                    <a:pt x="287" y="241"/>
                  </a:lnTo>
                  <a:lnTo>
                    <a:pt x="75" y="241"/>
                  </a:lnTo>
                  <a:lnTo>
                    <a:pt x="72" y="241"/>
                  </a:lnTo>
                  <a:lnTo>
                    <a:pt x="69" y="240"/>
                  </a:lnTo>
                  <a:lnTo>
                    <a:pt x="66" y="239"/>
                  </a:lnTo>
                  <a:lnTo>
                    <a:pt x="64" y="237"/>
                  </a:lnTo>
                  <a:lnTo>
                    <a:pt x="62" y="234"/>
                  </a:lnTo>
                  <a:lnTo>
                    <a:pt x="61" y="231"/>
                  </a:lnTo>
                  <a:lnTo>
                    <a:pt x="60" y="229"/>
                  </a:lnTo>
                  <a:lnTo>
                    <a:pt x="60" y="226"/>
                  </a:lnTo>
                  <a:lnTo>
                    <a:pt x="60" y="75"/>
                  </a:lnTo>
                  <a:close/>
                  <a:moveTo>
                    <a:pt x="332" y="271"/>
                  </a:moveTo>
                  <a:lnTo>
                    <a:pt x="362" y="271"/>
                  </a:lnTo>
                  <a:lnTo>
                    <a:pt x="362" y="60"/>
                  </a:lnTo>
                  <a:lnTo>
                    <a:pt x="362" y="54"/>
                  </a:lnTo>
                  <a:lnTo>
                    <a:pt x="361" y="47"/>
                  </a:lnTo>
                  <a:lnTo>
                    <a:pt x="358" y="42"/>
                  </a:lnTo>
                  <a:lnTo>
                    <a:pt x="357" y="36"/>
                  </a:lnTo>
                  <a:lnTo>
                    <a:pt x="354" y="31"/>
                  </a:lnTo>
                  <a:lnTo>
                    <a:pt x="352" y="26"/>
                  </a:lnTo>
                  <a:lnTo>
                    <a:pt x="347" y="21"/>
                  </a:lnTo>
                  <a:lnTo>
                    <a:pt x="344" y="18"/>
                  </a:lnTo>
                  <a:lnTo>
                    <a:pt x="340" y="13"/>
                  </a:lnTo>
                  <a:lnTo>
                    <a:pt x="335" y="10"/>
                  </a:lnTo>
                  <a:lnTo>
                    <a:pt x="330" y="7"/>
                  </a:lnTo>
                  <a:lnTo>
                    <a:pt x="325" y="4"/>
                  </a:lnTo>
                  <a:lnTo>
                    <a:pt x="320" y="2"/>
                  </a:lnTo>
                  <a:lnTo>
                    <a:pt x="313" y="1"/>
                  </a:lnTo>
                  <a:lnTo>
                    <a:pt x="308" y="0"/>
                  </a:lnTo>
                  <a:lnTo>
                    <a:pt x="301" y="0"/>
                  </a:lnTo>
                  <a:lnTo>
                    <a:pt x="60" y="0"/>
                  </a:lnTo>
                  <a:lnTo>
                    <a:pt x="54" y="0"/>
                  </a:lnTo>
                  <a:lnTo>
                    <a:pt x="48" y="1"/>
                  </a:lnTo>
                  <a:lnTo>
                    <a:pt x="42" y="2"/>
                  </a:lnTo>
                  <a:lnTo>
                    <a:pt x="37" y="4"/>
                  </a:lnTo>
                  <a:lnTo>
                    <a:pt x="31" y="7"/>
                  </a:lnTo>
                  <a:lnTo>
                    <a:pt x="27" y="10"/>
                  </a:lnTo>
                  <a:lnTo>
                    <a:pt x="21" y="13"/>
                  </a:lnTo>
                  <a:lnTo>
                    <a:pt x="18" y="18"/>
                  </a:lnTo>
                  <a:lnTo>
                    <a:pt x="13" y="21"/>
                  </a:lnTo>
                  <a:lnTo>
                    <a:pt x="10" y="26"/>
                  </a:lnTo>
                  <a:lnTo>
                    <a:pt x="7" y="31"/>
                  </a:lnTo>
                  <a:lnTo>
                    <a:pt x="5" y="36"/>
                  </a:lnTo>
                  <a:lnTo>
                    <a:pt x="2" y="42"/>
                  </a:lnTo>
                  <a:lnTo>
                    <a:pt x="1" y="47"/>
                  </a:lnTo>
                  <a:lnTo>
                    <a:pt x="0" y="54"/>
                  </a:lnTo>
                  <a:lnTo>
                    <a:pt x="0" y="60"/>
                  </a:lnTo>
                  <a:lnTo>
                    <a:pt x="0" y="271"/>
                  </a:lnTo>
                  <a:lnTo>
                    <a:pt x="30" y="271"/>
                  </a:lnTo>
                  <a:lnTo>
                    <a:pt x="332" y="2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88" name="Forma libre 1632">
              <a:extLst>
                <a:ext uri="{FF2B5EF4-FFF2-40B4-BE49-F238E27FC236}">
                  <a16:creationId xmlns:a16="http://schemas.microsoft.com/office/drawing/2014/main" id="{32C10E2D-7492-462D-9F53-98946445AD6D}"/>
                </a:ext>
              </a:extLst>
            </p:cNvPr>
            <p:cNvSpPr>
              <a:spLocks/>
            </p:cNvSpPr>
            <p:nvPr/>
          </p:nvSpPr>
          <p:spPr bwMode="auto">
            <a:xfrm>
              <a:off x="457200" y="5349875"/>
              <a:ext cx="134938" cy="38100"/>
            </a:xfrm>
            <a:custGeom>
              <a:avLst/>
              <a:gdLst>
                <a:gd name="T0" fmla="*/ 422 w 423"/>
                <a:gd name="T1" fmla="*/ 18 h 121"/>
                <a:gd name="T2" fmla="*/ 422 w 423"/>
                <a:gd name="T3" fmla="*/ 17 h 121"/>
                <a:gd name="T4" fmla="*/ 422 w 423"/>
                <a:gd name="T5" fmla="*/ 17 h 121"/>
                <a:gd name="T6" fmla="*/ 419 w 423"/>
                <a:gd name="T7" fmla="*/ 10 h 121"/>
                <a:gd name="T8" fmla="*/ 417 w 423"/>
                <a:gd name="T9" fmla="*/ 5 h 121"/>
                <a:gd name="T10" fmla="*/ 417 w 423"/>
                <a:gd name="T11" fmla="*/ 4 h 121"/>
                <a:gd name="T12" fmla="*/ 416 w 423"/>
                <a:gd name="T13" fmla="*/ 4 h 121"/>
                <a:gd name="T14" fmla="*/ 415 w 423"/>
                <a:gd name="T15" fmla="*/ 2 h 121"/>
                <a:gd name="T16" fmla="*/ 415 w 423"/>
                <a:gd name="T17" fmla="*/ 0 h 121"/>
                <a:gd name="T18" fmla="*/ 9 w 423"/>
                <a:gd name="T19" fmla="*/ 0 h 121"/>
                <a:gd name="T20" fmla="*/ 8 w 423"/>
                <a:gd name="T21" fmla="*/ 2 h 121"/>
                <a:gd name="T22" fmla="*/ 7 w 423"/>
                <a:gd name="T23" fmla="*/ 4 h 121"/>
                <a:gd name="T24" fmla="*/ 7 w 423"/>
                <a:gd name="T25" fmla="*/ 4 h 121"/>
                <a:gd name="T26" fmla="*/ 7 w 423"/>
                <a:gd name="T27" fmla="*/ 5 h 121"/>
                <a:gd name="T28" fmla="*/ 5 w 423"/>
                <a:gd name="T29" fmla="*/ 10 h 121"/>
                <a:gd name="T30" fmla="*/ 2 w 423"/>
                <a:gd name="T31" fmla="*/ 17 h 121"/>
                <a:gd name="T32" fmla="*/ 2 w 423"/>
                <a:gd name="T33" fmla="*/ 17 h 121"/>
                <a:gd name="T34" fmla="*/ 2 w 423"/>
                <a:gd name="T35" fmla="*/ 18 h 121"/>
                <a:gd name="T36" fmla="*/ 1 w 423"/>
                <a:gd name="T37" fmla="*/ 24 h 121"/>
                <a:gd name="T38" fmla="*/ 0 w 423"/>
                <a:gd name="T39" fmla="*/ 30 h 121"/>
                <a:gd name="T40" fmla="*/ 0 w 423"/>
                <a:gd name="T41" fmla="*/ 107 h 121"/>
                <a:gd name="T42" fmla="*/ 1 w 423"/>
                <a:gd name="T43" fmla="*/ 109 h 121"/>
                <a:gd name="T44" fmla="*/ 2 w 423"/>
                <a:gd name="T45" fmla="*/ 112 h 121"/>
                <a:gd name="T46" fmla="*/ 4 w 423"/>
                <a:gd name="T47" fmla="*/ 114 h 121"/>
                <a:gd name="T48" fmla="*/ 6 w 423"/>
                <a:gd name="T49" fmla="*/ 117 h 121"/>
                <a:gd name="T50" fmla="*/ 8 w 423"/>
                <a:gd name="T51" fmla="*/ 119 h 121"/>
                <a:gd name="T52" fmla="*/ 10 w 423"/>
                <a:gd name="T53" fmla="*/ 120 h 121"/>
                <a:gd name="T54" fmla="*/ 12 w 423"/>
                <a:gd name="T55" fmla="*/ 121 h 121"/>
                <a:gd name="T56" fmla="*/ 16 w 423"/>
                <a:gd name="T57" fmla="*/ 121 h 121"/>
                <a:gd name="T58" fmla="*/ 408 w 423"/>
                <a:gd name="T59" fmla="*/ 121 h 121"/>
                <a:gd name="T60" fmla="*/ 412 w 423"/>
                <a:gd name="T61" fmla="*/ 121 h 121"/>
                <a:gd name="T62" fmla="*/ 414 w 423"/>
                <a:gd name="T63" fmla="*/ 120 h 121"/>
                <a:gd name="T64" fmla="*/ 416 w 423"/>
                <a:gd name="T65" fmla="*/ 119 h 121"/>
                <a:gd name="T66" fmla="*/ 418 w 423"/>
                <a:gd name="T67" fmla="*/ 117 h 121"/>
                <a:gd name="T68" fmla="*/ 421 w 423"/>
                <a:gd name="T69" fmla="*/ 114 h 121"/>
                <a:gd name="T70" fmla="*/ 422 w 423"/>
                <a:gd name="T71" fmla="*/ 112 h 121"/>
                <a:gd name="T72" fmla="*/ 423 w 423"/>
                <a:gd name="T73" fmla="*/ 109 h 121"/>
                <a:gd name="T74" fmla="*/ 423 w 423"/>
                <a:gd name="T75" fmla="*/ 107 h 121"/>
                <a:gd name="T76" fmla="*/ 423 w 423"/>
                <a:gd name="T77" fmla="*/ 30 h 121"/>
                <a:gd name="T78" fmla="*/ 423 w 423"/>
                <a:gd name="T79" fmla="*/ 24 h 121"/>
                <a:gd name="T80" fmla="*/ 422 w 423"/>
                <a:gd name="T81" fmla="*/ 18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23" h="121">
                  <a:moveTo>
                    <a:pt x="422" y="18"/>
                  </a:moveTo>
                  <a:lnTo>
                    <a:pt x="422" y="17"/>
                  </a:lnTo>
                  <a:lnTo>
                    <a:pt x="422" y="17"/>
                  </a:lnTo>
                  <a:lnTo>
                    <a:pt x="419" y="10"/>
                  </a:lnTo>
                  <a:lnTo>
                    <a:pt x="417" y="5"/>
                  </a:lnTo>
                  <a:lnTo>
                    <a:pt x="417" y="4"/>
                  </a:lnTo>
                  <a:lnTo>
                    <a:pt x="416" y="4"/>
                  </a:lnTo>
                  <a:lnTo>
                    <a:pt x="415" y="2"/>
                  </a:lnTo>
                  <a:lnTo>
                    <a:pt x="415" y="0"/>
                  </a:lnTo>
                  <a:lnTo>
                    <a:pt x="9" y="0"/>
                  </a:lnTo>
                  <a:lnTo>
                    <a:pt x="8" y="2"/>
                  </a:lnTo>
                  <a:lnTo>
                    <a:pt x="7" y="4"/>
                  </a:lnTo>
                  <a:lnTo>
                    <a:pt x="7" y="4"/>
                  </a:lnTo>
                  <a:lnTo>
                    <a:pt x="7" y="5"/>
                  </a:lnTo>
                  <a:lnTo>
                    <a:pt x="5" y="10"/>
                  </a:lnTo>
                  <a:lnTo>
                    <a:pt x="2" y="17"/>
                  </a:lnTo>
                  <a:lnTo>
                    <a:pt x="2" y="17"/>
                  </a:lnTo>
                  <a:lnTo>
                    <a:pt x="2" y="18"/>
                  </a:lnTo>
                  <a:lnTo>
                    <a:pt x="1" y="24"/>
                  </a:lnTo>
                  <a:lnTo>
                    <a:pt x="0" y="30"/>
                  </a:lnTo>
                  <a:lnTo>
                    <a:pt x="0" y="107"/>
                  </a:lnTo>
                  <a:lnTo>
                    <a:pt x="1" y="109"/>
                  </a:lnTo>
                  <a:lnTo>
                    <a:pt x="2" y="112"/>
                  </a:lnTo>
                  <a:lnTo>
                    <a:pt x="4" y="114"/>
                  </a:lnTo>
                  <a:lnTo>
                    <a:pt x="6" y="117"/>
                  </a:lnTo>
                  <a:lnTo>
                    <a:pt x="8" y="119"/>
                  </a:lnTo>
                  <a:lnTo>
                    <a:pt x="10" y="120"/>
                  </a:lnTo>
                  <a:lnTo>
                    <a:pt x="12" y="121"/>
                  </a:lnTo>
                  <a:lnTo>
                    <a:pt x="16" y="121"/>
                  </a:lnTo>
                  <a:lnTo>
                    <a:pt x="408" y="121"/>
                  </a:lnTo>
                  <a:lnTo>
                    <a:pt x="412" y="121"/>
                  </a:lnTo>
                  <a:lnTo>
                    <a:pt x="414" y="120"/>
                  </a:lnTo>
                  <a:lnTo>
                    <a:pt x="416" y="119"/>
                  </a:lnTo>
                  <a:lnTo>
                    <a:pt x="418" y="117"/>
                  </a:lnTo>
                  <a:lnTo>
                    <a:pt x="421" y="114"/>
                  </a:lnTo>
                  <a:lnTo>
                    <a:pt x="422" y="112"/>
                  </a:lnTo>
                  <a:lnTo>
                    <a:pt x="423" y="109"/>
                  </a:lnTo>
                  <a:lnTo>
                    <a:pt x="423" y="107"/>
                  </a:lnTo>
                  <a:lnTo>
                    <a:pt x="423" y="30"/>
                  </a:lnTo>
                  <a:lnTo>
                    <a:pt x="423" y="24"/>
                  </a:lnTo>
                  <a:lnTo>
                    <a:pt x="422"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89" name="Forma libre 1633">
              <a:extLst>
                <a:ext uri="{FF2B5EF4-FFF2-40B4-BE49-F238E27FC236}">
                  <a16:creationId xmlns:a16="http://schemas.microsoft.com/office/drawing/2014/main" id="{4FA8B819-0160-4EA0-86E9-6D9D4C17F168}"/>
                </a:ext>
              </a:extLst>
            </p:cNvPr>
            <p:cNvSpPr>
              <a:spLocks noEditPoints="1"/>
            </p:cNvSpPr>
            <p:nvPr/>
          </p:nvSpPr>
          <p:spPr bwMode="auto">
            <a:xfrm>
              <a:off x="468313" y="5253038"/>
              <a:ext cx="114300" cy="87313"/>
            </a:xfrm>
            <a:custGeom>
              <a:avLst/>
              <a:gdLst>
                <a:gd name="T0" fmla="*/ 302 w 362"/>
                <a:gd name="T1" fmla="*/ 227 h 273"/>
                <a:gd name="T2" fmla="*/ 301 w 362"/>
                <a:gd name="T3" fmla="*/ 233 h 273"/>
                <a:gd name="T4" fmla="*/ 298 w 362"/>
                <a:gd name="T5" fmla="*/ 237 h 273"/>
                <a:gd name="T6" fmla="*/ 292 w 362"/>
                <a:gd name="T7" fmla="*/ 241 h 273"/>
                <a:gd name="T8" fmla="*/ 287 w 362"/>
                <a:gd name="T9" fmla="*/ 242 h 273"/>
                <a:gd name="T10" fmla="*/ 72 w 362"/>
                <a:gd name="T11" fmla="*/ 242 h 273"/>
                <a:gd name="T12" fmla="*/ 67 w 362"/>
                <a:gd name="T13" fmla="*/ 239 h 273"/>
                <a:gd name="T14" fmla="*/ 63 w 362"/>
                <a:gd name="T15" fmla="*/ 235 h 273"/>
                <a:gd name="T16" fmla="*/ 61 w 362"/>
                <a:gd name="T17" fmla="*/ 231 h 273"/>
                <a:gd name="T18" fmla="*/ 60 w 362"/>
                <a:gd name="T19" fmla="*/ 76 h 273"/>
                <a:gd name="T20" fmla="*/ 61 w 362"/>
                <a:gd name="T21" fmla="*/ 70 h 273"/>
                <a:gd name="T22" fmla="*/ 64 w 362"/>
                <a:gd name="T23" fmla="*/ 66 h 273"/>
                <a:gd name="T24" fmla="*/ 70 w 362"/>
                <a:gd name="T25" fmla="*/ 62 h 273"/>
                <a:gd name="T26" fmla="*/ 75 w 362"/>
                <a:gd name="T27" fmla="*/ 61 h 273"/>
                <a:gd name="T28" fmla="*/ 290 w 362"/>
                <a:gd name="T29" fmla="*/ 61 h 273"/>
                <a:gd name="T30" fmla="*/ 296 w 362"/>
                <a:gd name="T31" fmla="*/ 64 h 273"/>
                <a:gd name="T32" fmla="*/ 299 w 362"/>
                <a:gd name="T33" fmla="*/ 68 h 273"/>
                <a:gd name="T34" fmla="*/ 301 w 362"/>
                <a:gd name="T35" fmla="*/ 73 h 273"/>
                <a:gd name="T36" fmla="*/ 60 w 362"/>
                <a:gd name="T37" fmla="*/ 0 h 273"/>
                <a:gd name="T38" fmla="*/ 42 w 362"/>
                <a:gd name="T39" fmla="*/ 4 h 273"/>
                <a:gd name="T40" fmla="*/ 27 w 362"/>
                <a:gd name="T41" fmla="*/ 12 h 273"/>
                <a:gd name="T42" fmla="*/ 18 w 362"/>
                <a:gd name="T43" fmla="*/ 18 h 273"/>
                <a:gd name="T44" fmla="*/ 5 w 362"/>
                <a:gd name="T45" fmla="*/ 38 h 273"/>
                <a:gd name="T46" fmla="*/ 1 w 362"/>
                <a:gd name="T47" fmla="*/ 49 h 273"/>
                <a:gd name="T48" fmla="*/ 0 w 362"/>
                <a:gd name="T49" fmla="*/ 61 h 273"/>
                <a:gd name="T50" fmla="*/ 362 w 362"/>
                <a:gd name="T51" fmla="*/ 273 h 273"/>
                <a:gd name="T52" fmla="*/ 362 w 362"/>
                <a:gd name="T53" fmla="*/ 55 h 273"/>
                <a:gd name="T54" fmla="*/ 360 w 362"/>
                <a:gd name="T55" fmla="*/ 44 h 273"/>
                <a:gd name="T56" fmla="*/ 352 w 362"/>
                <a:gd name="T57" fmla="*/ 27 h 273"/>
                <a:gd name="T58" fmla="*/ 340 w 362"/>
                <a:gd name="T59" fmla="*/ 15 h 273"/>
                <a:gd name="T60" fmla="*/ 328 w 362"/>
                <a:gd name="T61" fmla="*/ 7 h 273"/>
                <a:gd name="T62" fmla="*/ 311 w 362"/>
                <a:gd name="T63" fmla="*/ 2 h 273"/>
                <a:gd name="T64" fmla="*/ 121 w 362"/>
                <a:gd name="T65" fmla="*/ 0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2" h="273">
                  <a:moveTo>
                    <a:pt x="302" y="76"/>
                  </a:moveTo>
                  <a:lnTo>
                    <a:pt x="302" y="227"/>
                  </a:lnTo>
                  <a:lnTo>
                    <a:pt x="301" y="231"/>
                  </a:lnTo>
                  <a:lnTo>
                    <a:pt x="301" y="233"/>
                  </a:lnTo>
                  <a:lnTo>
                    <a:pt x="299" y="235"/>
                  </a:lnTo>
                  <a:lnTo>
                    <a:pt x="298" y="237"/>
                  </a:lnTo>
                  <a:lnTo>
                    <a:pt x="296" y="239"/>
                  </a:lnTo>
                  <a:lnTo>
                    <a:pt x="292" y="241"/>
                  </a:lnTo>
                  <a:lnTo>
                    <a:pt x="290" y="242"/>
                  </a:lnTo>
                  <a:lnTo>
                    <a:pt x="287" y="242"/>
                  </a:lnTo>
                  <a:lnTo>
                    <a:pt x="75" y="242"/>
                  </a:lnTo>
                  <a:lnTo>
                    <a:pt x="72" y="242"/>
                  </a:lnTo>
                  <a:lnTo>
                    <a:pt x="70" y="241"/>
                  </a:lnTo>
                  <a:lnTo>
                    <a:pt x="67" y="239"/>
                  </a:lnTo>
                  <a:lnTo>
                    <a:pt x="64" y="237"/>
                  </a:lnTo>
                  <a:lnTo>
                    <a:pt x="63" y="235"/>
                  </a:lnTo>
                  <a:lnTo>
                    <a:pt x="61" y="233"/>
                  </a:lnTo>
                  <a:lnTo>
                    <a:pt x="61" y="231"/>
                  </a:lnTo>
                  <a:lnTo>
                    <a:pt x="60" y="227"/>
                  </a:lnTo>
                  <a:lnTo>
                    <a:pt x="60" y="76"/>
                  </a:lnTo>
                  <a:lnTo>
                    <a:pt x="61" y="73"/>
                  </a:lnTo>
                  <a:lnTo>
                    <a:pt x="61" y="70"/>
                  </a:lnTo>
                  <a:lnTo>
                    <a:pt x="63" y="68"/>
                  </a:lnTo>
                  <a:lnTo>
                    <a:pt x="64" y="66"/>
                  </a:lnTo>
                  <a:lnTo>
                    <a:pt x="67" y="64"/>
                  </a:lnTo>
                  <a:lnTo>
                    <a:pt x="70" y="62"/>
                  </a:lnTo>
                  <a:lnTo>
                    <a:pt x="72" y="61"/>
                  </a:lnTo>
                  <a:lnTo>
                    <a:pt x="75" y="61"/>
                  </a:lnTo>
                  <a:lnTo>
                    <a:pt x="287" y="61"/>
                  </a:lnTo>
                  <a:lnTo>
                    <a:pt x="290" y="61"/>
                  </a:lnTo>
                  <a:lnTo>
                    <a:pt x="292" y="62"/>
                  </a:lnTo>
                  <a:lnTo>
                    <a:pt x="296" y="64"/>
                  </a:lnTo>
                  <a:lnTo>
                    <a:pt x="298" y="66"/>
                  </a:lnTo>
                  <a:lnTo>
                    <a:pt x="299" y="68"/>
                  </a:lnTo>
                  <a:lnTo>
                    <a:pt x="301" y="70"/>
                  </a:lnTo>
                  <a:lnTo>
                    <a:pt x="301" y="73"/>
                  </a:lnTo>
                  <a:lnTo>
                    <a:pt x="302" y="76"/>
                  </a:lnTo>
                  <a:close/>
                  <a:moveTo>
                    <a:pt x="60" y="0"/>
                  </a:moveTo>
                  <a:lnTo>
                    <a:pt x="51" y="2"/>
                  </a:lnTo>
                  <a:lnTo>
                    <a:pt x="42" y="4"/>
                  </a:lnTo>
                  <a:lnTo>
                    <a:pt x="35" y="7"/>
                  </a:lnTo>
                  <a:lnTo>
                    <a:pt x="27" y="12"/>
                  </a:lnTo>
                  <a:lnTo>
                    <a:pt x="22" y="15"/>
                  </a:lnTo>
                  <a:lnTo>
                    <a:pt x="18" y="18"/>
                  </a:lnTo>
                  <a:lnTo>
                    <a:pt x="10" y="27"/>
                  </a:lnTo>
                  <a:lnTo>
                    <a:pt x="5" y="38"/>
                  </a:lnTo>
                  <a:lnTo>
                    <a:pt x="2" y="44"/>
                  </a:lnTo>
                  <a:lnTo>
                    <a:pt x="1" y="49"/>
                  </a:lnTo>
                  <a:lnTo>
                    <a:pt x="0" y="55"/>
                  </a:lnTo>
                  <a:lnTo>
                    <a:pt x="0" y="61"/>
                  </a:lnTo>
                  <a:lnTo>
                    <a:pt x="0" y="273"/>
                  </a:lnTo>
                  <a:lnTo>
                    <a:pt x="362" y="273"/>
                  </a:lnTo>
                  <a:lnTo>
                    <a:pt x="362" y="61"/>
                  </a:lnTo>
                  <a:lnTo>
                    <a:pt x="362" y="55"/>
                  </a:lnTo>
                  <a:lnTo>
                    <a:pt x="361" y="49"/>
                  </a:lnTo>
                  <a:lnTo>
                    <a:pt x="360" y="44"/>
                  </a:lnTo>
                  <a:lnTo>
                    <a:pt x="358" y="38"/>
                  </a:lnTo>
                  <a:lnTo>
                    <a:pt x="352" y="27"/>
                  </a:lnTo>
                  <a:lnTo>
                    <a:pt x="344" y="18"/>
                  </a:lnTo>
                  <a:lnTo>
                    <a:pt x="340" y="15"/>
                  </a:lnTo>
                  <a:lnTo>
                    <a:pt x="335" y="12"/>
                  </a:lnTo>
                  <a:lnTo>
                    <a:pt x="328" y="7"/>
                  </a:lnTo>
                  <a:lnTo>
                    <a:pt x="320" y="4"/>
                  </a:lnTo>
                  <a:lnTo>
                    <a:pt x="311" y="2"/>
                  </a:lnTo>
                  <a:lnTo>
                    <a:pt x="302" y="0"/>
                  </a:lnTo>
                  <a:lnTo>
                    <a:pt x="121" y="0"/>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90" name="Forma libre 1634">
              <a:extLst>
                <a:ext uri="{FF2B5EF4-FFF2-40B4-BE49-F238E27FC236}">
                  <a16:creationId xmlns:a16="http://schemas.microsoft.com/office/drawing/2014/main" id="{2C93C243-2B14-4681-B84A-CD4AAEC1D316}"/>
                </a:ext>
              </a:extLst>
            </p:cNvPr>
            <p:cNvSpPr>
              <a:spLocks noEditPoints="1"/>
            </p:cNvSpPr>
            <p:nvPr/>
          </p:nvSpPr>
          <p:spPr bwMode="auto">
            <a:xfrm>
              <a:off x="314325" y="5253038"/>
              <a:ext cx="115888" cy="87313"/>
            </a:xfrm>
            <a:custGeom>
              <a:avLst/>
              <a:gdLst>
                <a:gd name="T0" fmla="*/ 302 w 363"/>
                <a:gd name="T1" fmla="*/ 231 h 273"/>
                <a:gd name="T2" fmla="*/ 300 w 363"/>
                <a:gd name="T3" fmla="*/ 235 h 273"/>
                <a:gd name="T4" fmla="*/ 295 w 363"/>
                <a:gd name="T5" fmla="*/ 239 h 273"/>
                <a:gd name="T6" fmla="*/ 290 w 363"/>
                <a:gd name="T7" fmla="*/ 242 h 273"/>
                <a:gd name="T8" fmla="*/ 75 w 363"/>
                <a:gd name="T9" fmla="*/ 242 h 273"/>
                <a:gd name="T10" fmla="*/ 70 w 363"/>
                <a:gd name="T11" fmla="*/ 241 h 273"/>
                <a:gd name="T12" fmla="*/ 65 w 363"/>
                <a:gd name="T13" fmla="*/ 237 h 273"/>
                <a:gd name="T14" fmla="*/ 62 w 363"/>
                <a:gd name="T15" fmla="*/ 233 h 273"/>
                <a:gd name="T16" fmla="*/ 61 w 363"/>
                <a:gd name="T17" fmla="*/ 227 h 273"/>
                <a:gd name="T18" fmla="*/ 61 w 363"/>
                <a:gd name="T19" fmla="*/ 73 h 273"/>
                <a:gd name="T20" fmla="*/ 63 w 363"/>
                <a:gd name="T21" fmla="*/ 68 h 273"/>
                <a:gd name="T22" fmla="*/ 67 w 363"/>
                <a:gd name="T23" fmla="*/ 64 h 273"/>
                <a:gd name="T24" fmla="*/ 73 w 363"/>
                <a:gd name="T25" fmla="*/ 61 h 273"/>
                <a:gd name="T26" fmla="*/ 286 w 363"/>
                <a:gd name="T27" fmla="*/ 61 h 273"/>
                <a:gd name="T28" fmla="*/ 293 w 363"/>
                <a:gd name="T29" fmla="*/ 62 h 273"/>
                <a:gd name="T30" fmla="*/ 297 w 363"/>
                <a:gd name="T31" fmla="*/ 66 h 273"/>
                <a:gd name="T32" fmla="*/ 301 w 363"/>
                <a:gd name="T33" fmla="*/ 70 h 273"/>
                <a:gd name="T34" fmla="*/ 302 w 363"/>
                <a:gd name="T35" fmla="*/ 76 h 273"/>
                <a:gd name="T36" fmla="*/ 363 w 363"/>
                <a:gd name="T37" fmla="*/ 61 h 273"/>
                <a:gd name="T38" fmla="*/ 362 w 363"/>
                <a:gd name="T39" fmla="*/ 49 h 273"/>
                <a:gd name="T40" fmla="*/ 357 w 363"/>
                <a:gd name="T41" fmla="*/ 38 h 273"/>
                <a:gd name="T42" fmla="*/ 345 w 363"/>
                <a:gd name="T43" fmla="*/ 18 h 273"/>
                <a:gd name="T44" fmla="*/ 336 w 363"/>
                <a:gd name="T45" fmla="*/ 12 h 273"/>
                <a:gd name="T46" fmla="*/ 320 w 363"/>
                <a:gd name="T47" fmla="*/ 4 h 273"/>
                <a:gd name="T48" fmla="*/ 302 w 363"/>
                <a:gd name="T49" fmla="*/ 0 h 273"/>
                <a:gd name="T50" fmla="*/ 61 w 363"/>
                <a:gd name="T51" fmla="*/ 0 h 273"/>
                <a:gd name="T52" fmla="*/ 43 w 363"/>
                <a:gd name="T53" fmla="*/ 4 h 273"/>
                <a:gd name="T54" fmla="*/ 26 w 363"/>
                <a:gd name="T55" fmla="*/ 12 h 273"/>
                <a:gd name="T56" fmla="*/ 18 w 363"/>
                <a:gd name="T57" fmla="*/ 18 h 273"/>
                <a:gd name="T58" fmla="*/ 5 w 363"/>
                <a:gd name="T59" fmla="*/ 38 h 273"/>
                <a:gd name="T60" fmla="*/ 1 w 363"/>
                <a:gd name="T61" fmla="*/ 49 h 273"/>
                <a:gd name="T62" fmla="*/ 0 w 363"/>
                <a:gd name="T63" fmla="*/ 61 h 273"/>
                <a:gd name="T64" fmla="*/ 363 w 363"/>
                <a:gd name="T65" fmla="*/ 273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3" h="273">
                  <a:moveTo>
                    <a:pt x="302" y="227"/>
                  </a:moveTo>
                  <a:lnTo>
                    <a:pt x="302" y="231"/>
                  </a:lnTo>
                  <a:lnTo>
                    <a:pt x="301" y="233"/>
                  </a:lnTo>
                  <a:lnTo>
                    <a:pt x="300" y="235"/>
                  </a:lnTo>
                  <a:lnTo>
                    <a:pt x="297" y="237"/>
                  </a:lnTo>
                  <a:lnTo>
                    <a:pt x="295" y="239"/>
                  </a:lnTo>
                  <a:lnTo>
                    <a:pt x="293" y="241"/>
                  </a:lnTo>
                  <a:lnTo>
                    <a:pt x="290" y="242"/>
                  </a:lnTo>
                  <a:lnTo>
                    <a:pt x="286" y="242"/>
                  </a:lnTo>
                  <a:lnTo>
                    <a:pt x="75" y="242"/>
                  </a:lnTo>
                  <a:lnTo>
                    <a:pt x="73" y="242"/>
                  </a:lnTo>
                  <a:lnTo>
                    <a:pt x="70" y="241"/>
                  </a:lnTo>
                  <a:lnTo>
                    <a:pt x="67" y="239"/>
                  </a:lnTo>
                  <a:lnTo>
                    <a:pt x="65" y="237"/>
                  </a:lnTo>
                  <a:lnTo>
                    <a:pt x="63" y="235"/>
                  </a:lnTo>
                  <a:lnTo>
                    <a:pt x="62" y="233"/>
                  </a:lnTo>
                  <a:lnTo>
                    <a:pt x="61" y="231"/>
                  </a:lnTo>
                  <a:lnTo>
                    <a:pt x="61" y="227"/>
                  </a:lnTo>
                  <a:lnTo>
                    <a:pt x="61" y="76"/>
                  </a:lnTo>
                  <a:lnTo>
                    <a:pt x="61" y="73"/>
                  </a:lnTo>
                  <a:lnTo>
                    <a:pt x="62" y="70"/>
                  </a:lnTo>
                  <a:lnTo>
                    <a:pt x="63" y="68"/>
                  </a:lnTo>
                  <a:lnTo>
                    <a:pt x="65" y="66"/>
                  </a:lnTo>
                  <a:lnTo>
                    <a:pt x="67" y="64"/>
                  </a:lnTo>
                  <a:lnTo>
                    <a:pt x="70" y="62"/>
                  </a:lnTo>
                  <a:lnTo>
                    <a:pt x="73" y="61"/>
                  </a:lnTo>
                  <a:lnTo>
                    <a:pt x="75" y="61"/>
                  </a:lnTo>
                  <a:lnTo>
                    <a:pt x="286" y="61"/>
                  </a:lnTo>
                  <a:lnTo>
                    <a:pt x="290" y="61"/>
                  </a:lnTo>
                  <a:lnTo>
                    <a:pt x="293" y="62"/>
                  </a:lnTo>
                  <a:lnTo>
                    <a:pt x="295" y="64"/>
                  </a:lnTo>
                  <a:lnTo>
                    <a:pt x="297" y="66"/>
                  </a:lnTo>
                  <a:lnTo>
                    <a:pt x="300" y="68"/>
                  </a:lnTo>
                  <a:lnTo>
                    <a:pt x="301" y="70"/>
                  </a:lnTo>
                  <a:lnTo>
                    <a:pt x="302" y="73"/>
                  </a:lnTo>
                  <a:lnTo>
                    <a:pt x="302" y="76"/>
                  </a:lnTo>
                  <a:lnTo>
                    <a:pt x="302" y="227"/>
                  </a:lnTo>
                  <a:close/>
                  <a:moveTo>
                    <a:pt x="363" y="61"/>
                  </a:moveTo>
                  <a:lnTo>
                    <a:pt x="362" y="55"/>
                  </a:lnTo>
                  <a:lnTo>
                    <a:pt x="362" y="49"/>
                  </a:lnTo>
                  <a:lnTo>
                    <a:pt x="359" y="44"/>
                  </a:lnTo>
                  <a:lnTo>
                    <a:pt x="357" y="38"/>
                  </a:lnTo>
                  <a:lnTo>
                    <a:pt x="352" y="27"/>
                  </a:lnTo>
                  <a:lnTo>
                    <a:pt x="345" y="18"/>
                  </a:lnTo>
                  <a:lnTo>
                    <a:pt x="341" y="15"/>
                  </a:lnTo>
                  <a:lnTo>
                    <a:pt x="336" y="12"/>
                  </a:lnTo>
                  <a:lnTo>
                    <a:pt x="328" y="7"/>
                  </a:lnTo>
                  <a:lnTo>
                    <a:pt x="320" y="4"/>
                  </a:lnTo>
                  <a:lnTo>
                    <a:pt x="311" y="2"/>
                  </a:lnTo>
                  <a:lnTo>
                    <a:pt x="302" y="0"/>
                  </a:lnTo>
                  <a:lnTo>
                    <a:pt x="242" y="0"/>
                  </a:lnTo>
                  <a:lnTo>
                    <a:pt x="61" y="0"/>
                  </a:lnTo>
                  <a:lnTo>
                    <a:pt x="52" y="2"/>
                  </a:lnTo>
                  <a:lnTo>
                    <a:pt x="43" y="4"/>
                  </a:lnTo>
                  <a:lnTo>
                    <a:pt x="34" y="7"/>
                  </a:lnTo>
                  <a:lnTo>
                    <a:pt x="26" y="12"/>
                  </a:lnTo>
                  <a:lnTo>
                    <a:pt x="22" y="15"/>
                  </a:lnTo>
                  <a:lnTo>
                    <a:pt x="18" y="18"/>
                  </a:lnTo>
                  <a:lnTo>
                    <a:pt x="11" y="27"/>
                  </a:lnTo>
                  <a:lnTo>
                    <a:pt x="5" y="38"/>
                  </a:lnTo>
                  <a:lnTo>
                    <a:pt x="3" y="44"/>
                  </a:lnTo>
                  <a:lnTo>
                    <a:pt x="1" y="49"/>
                  </a:lnTo>
                  <a:lnTo>
                    <a:pt x="1" y="55"/>
                  </a:lnTo>
                  <a:lnTo>
                    <a:pt x="0" y="61"/>
                  </a:lnTo>
                  <a:lnTo>
                    <a:pt x="0" y="273"/>
                  </a:lnTo>
                  <a:lnTo>
                    <a:pt x="363" y="273"/>
                  </a:lnTo>
                  <a:lnTo>
                    <a:pt x="363" y="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91" name="Forma libre 1635">
              <a:extLst>
                <a:ext uri="{FF2B5EF4-FFF2-40B4-BE49-F238E27FC236}">
                  <a16:creationId xmlns:a16="http://schemas.microsoft.com/office/drawing/2014/main" id="{220CF904-6E1F-487B-91DB-61DBBB3EE278}"/>
                </a:ext>
              </a:extLst>
            </p:cNvPr>
            <p:cNvSpPr>
              <a:spLocks/>
            </p:cNvSpPr>
            <p:nvPr/>
          </p:nvSpPr>
          <p:spPr bwMode="auto">
            <a:xfrm>
              <a:off x="304800" y="5349875"/>
              <a:ext cx="134938" cy="38100"/>
            </a:xfrm>
            <a:custGeom>
              <a:avLst/>
              <a:gdLst>
                <a:gd name="T0" fmla="*/ 420 w 423"/>
                <a:gd name="T1" fmla="*/ 16 h 121"/>
                <a:gd name="T2" fmla="*/ 419 w 423"/>
                <a:gd name="T3" fmla="*/ 10 h 121"/>
                <a:gd name="T4" fmla="*/ 416 w 423"/>
                <a:gd name="T5" fmla="*/ 5 h 121"/>
                <a:gd name="T6" fmla="*/ 416 w 423"/>
                <a:gd name="T7" fmla="*/ 4 h 121"/>
                <a:gd name="T8" fmla="*/ 416 w 423"/>
                <a:gd name="T9" fmla="*/ 4 h 121"/>
                <a:gd name="T10" fmla="*/ 415 w 423"/>
                <a:gd name="T11" fmla="*/ 2 h 121"/>
                <a:gd name="T12" fmla="*/ 414 w 423"/>
                <a:gd name="T13" fmla="*/ 0 h 121"/>
                <a:gd name="T14" fmla="*/ 9 w 423"/>
                <a:gd name="T15" fmla="*/ 0 h 121"/>
                <a:gd name="T16" fmla="*/ 8 w 423"/>
                <a:gd name="T17" fmla="*/ 2 h 121"/>
                <a:gd name="T18" fmla="*/ 7 w 423"/>
                <a:gd name="T19" fmla="*/ 4 h 121"/>
                <a:gd name="T20" fmla="*/ 7 w 423"/>
                <a:gd name="T21" fmla="*/ 4 h 121"/>
                <a:gd name="T22" fmla="*/ 7 w 423"/>
                <a:gd name="T23" fmla="*/ 5 h 121"/>
                <a:gd name="T24" fmla="*/ 3 w 423"/>
                <a:gd name="T25" fmla="*/ 10 h 121"/>
                <a:gd name="T26" fmla="*/ 2 w 423"/>
                <a:gd name="T27" fmla="*/ 17 h 121"/>
                <a:gd name="T28" fmla="*/ 2 w 423"/>
                <a:gd name="T29" fmla="*/ 17 h 121"/>
                <a:gd name="T30" fmla="*/ 1 w 423"/>
                <a:gd name="T31" fmla="*/ 18 h 121"/>
                <a:gd name="T32" fmla="*/ 0 w 423"/>
                <a:gd name="T33" fmla="*/ 24 h 121"/>
                <a:gd name="T34" fmla="*/ 0 w 423"/>
                <a:gd name="T35" fmla="*/ 30 h 121"/>
                <a:gd name="T36" fmla="*/ 0 w 423"/>
                <a:gd name="T37" fmla="*/ 107 h 121"/>
                <a:gd name="T38" fmla="*/ 0 w 423"/>
                <a:gd name="T39" fmla="*/ 109 h 121"/>
                <a:gd name="T40" fmla="*/ 1 w 423"/>
                <a:gd name="T41" fmla="*/ 112 h 121"/>
                <a:gd name="T42" fmla="*/ 2 w 423"/>
                <a:gd name="T43" fmla="*/ 114 h 121"/>
                <a:gd name="T44" fmla="*/ 4 w 423"/>
                <a:gd name="T45" fmla="*/ 117 h 121"/>
                <a:gd name="T46" fmla="*/ 7 w 423"/>
                <a:gd name="T47" fmla="*/ 119 h 121"/>
                <a:gd name="T48" fmla="*/ 9 w 423"/>
                <a:gd name="T49" fmla="*/ 120 h 121"/>
                <a:gd name="T50" fmla="*/ 12 w 423"/>
                <a:gd name="T51" fmla="*/ 121 h 121"/>
                <a:gd name="T52" fmla="*/ 15 w 423"/>
                <a:gd name="T53" fmla="*/ 121 h 121"/>
                <a:gd name="T54" fmla="*/ 407 w 423"/>
                <a:gd name="T55" fmla="*/ 121 h 121"/>
                <a:gd name="T56" fmla="*/ 410 w 423"/>
                <a:gd name="T57" fmla="*/ 121 h 121"/>
                <a:gd name="T58" fmla="*/ 414 w 423"/>
                <a:gd name="T59" fmla="*/ 120 h 121"/>
                <a:gd name="T60" fmla="*/ 416 w 423"/>
                <a:gd name="T61" fmla="*/ 119 h 121"/>
                <a:gd name="T62" fmla="*/ 418 w 423"/>
                <a:gd name="T63" fmla="*/ 117 h 121"/>
                <a:gd name="T64" fmla="*/ 420 w 423"/>
                <a:gd name="T65" fmla="*/ 114 h 121"/>
                <a:gd name="T66" fmla="*/ 421 w 423"/>
                <a:gd name="T67" fmla="*/ 112 h 121"/>
                <a:gd name="T68" fmla="*/ 423 w 423"/>
                <a:gd name="T69" fmla="*/ 109 h 121"/>
                <a:gd name="T70" fmla="*/ 423 w 423"/>
                <a:gd name="T71" fmla="*/ 107 h 121"/>
                <a:gd name="T72" fmla="*/ 423 w 423"/>
                <a:gd name="T73" fmla="*/ 30 h 121"/>
                <a:gd name="T74" fmla="*/ 423 w 423"/>
                <a:gd name="T75" fmla="*/ 24 h 121"/>
                <a:gd name="T76" fmla="*/ 421 w 423"/>
                <a:gd name="T77" fmla="*/ 18 h 121"/>
                <a:gd name="T78" fmla="*/ 420 w 423"/>
                <a:gd name="T79" fmla="*/ 17 h 121"/>
                <a:gd name="T80" fmla="*/ 420 w 423"/>
                <a:gd name="T81" fmla="*/ 1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23" h="121">
                  <a:moveTo>
                    <a:pt x="420" y="16"/>
                  </a:moveTo>
                  <a:lnTo>
                    <a:pt x="419" y="10"/>
                  </a:lnTo>
                  <a:lnTo>
                    <a:pt x="416" y="5"/>
                  </a:lnTo>
                  <a:lnTo>
                    <a:pt x="416" y="4"/>
                  </a:lnTo>
                  <a:lnTo>
                    <a:pt x="416" y="4"/>
                  </a:lnTo>
                  <a:lnTo>
                    <a:pt x="415" y="2"/>
                  </a:lnTo>
                  <a:lnTo>
                    <a:pt x="414" y="0"/>
                  </a:lnTo>
                  <a:lnTo>
                    <a:pt x="9" y="0"/>
                  </a:lnTo>
                  <a:lnTo>
                    <a:pt x="8" y="2"/>
                  </a:lnTo>
                  <a:lnTo>
                    <a:pt x="7" y="4"/>
                  </a:lnTo>
                  <a:lnTo>
                    <a:pt x="7" y="4"/>
                  </a:lnTo>
                  <a:lnTo>
                    <a:pt x="7" y="5"/>
                  </a:lnTo>
                  <a:lnTo>
                    <a:pt x="3" y="10"/>
                  </a:lnTo>
                  <a:lnTo>
                    <a:pt x="2" y="17"/>
                  </a:lnTo>
                  <a:lnTo>
                    <a:pt x="2" y="17"/>
                  </a:lnTo>
                  <a:lnTo>
                    <a:pt x="1" y="18"/>
                  </a:lnTo>
                  <a:lnTo>
                    <a:pt x="0" y="24"/>
                  </a:lnTo>
                  <a:lnTo>
                    <a:pt x="0" y="30"/>
                  </a:lnTo>
                  <a:lnTo>
                    <a:pt x="0" y="107"/>
                  </a:lnTo>
                  <a:lnTo>
                    <a:pt x="0" y="109"/>
                  </a:lnTo>
                  <a:lnTo>
                    <a:pt x="1" y="112"/>
                  </a:lnTo>
                  <a:lnTo>
                    <a:pt x="2" y="114"/>
                  </a:lnTo>
                  <a:lnTo>
                    <a:pt x="4" y="117"/>
                  </a:lnTo>
                  <a:lnTo>
                    <a:pt x="7" y="119"/>
                  </a:lnTo>
                  <a:lnTo>
                    <a:pt x="9" y="120"/>
                  </a:lnTo>
                  <a:lnTo>
                    <a:pt x="12" y="121"/>
                  </a:lnTo>
                  <a:lnTo>
                    <a:pt x="15" y="121"/>
                  </a:lnTo>
                  <a:lnTo>
                    <a:pt x="407" y="121"/>
                  </a:lnTo>
                  <a:lnTo>
                    <a:pt x="410" y="121"/>
                  </a:lnTo>
                  <a:lnTo>
                    <a:pt x="414" y="120"/>
                  </a:lnTo>
                  <a:lnTo>
                    <a:pt x="416" y="119"/>
                  </a:lnTo>
                  <a:lnTo>
                    <a:pt x="418" y="117"/>
                  </a:lnTo>
                  <a:lnTo>
                    <a:pt x="420" y="114"/>
                  </a:lnTo>
                  <a:lnTo>
                    <a:pt x="421" y="112"/>
                  </a:lnTo>
                  <a:lnTo>
                    <a:pt x="423" y="109"/>
                  </a:lnTo>
                  <a:lnTo>
                    <a:pt x="423" y="107"/>
                  </a:lnTo>
                  <a:lnTo>
                    <a:pt x="423" y="30"/>
                  </a:lnTo>
                  <a:lnTo>
                    <a:pt x="423" y="24"/>
                  </a:lnTo>
                  <a:lnTo>
                    <a:pt x="421" y="18"/>
                  </a:lnTo>
                  <a:lnTo>
                    <a:pt x="420" y="17"/>
                  </a:lnTo>
                  <a:lnTo>
                    <a:pt x="420"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grpSp>
      <p:grpSp>
        <p:nvGrpSpPr>
          <p:cNvPr id="92" name="Grupo 91" descr="Icono de cuatro cuadrados.">
            <a:extLst>
              <a:ext uri="{FF2B5EF4-FFF2-40B4-BE49-F238E27FC236}">
                <a16:creationId xmlns:a16="http://schemas.microsoft.com/office/drawing/2014/main" id="{268D639A-62F0-4F2B-B632-5A45CD6DD132}"/>
              </a:ext>
              <a:ext uri="{C183D7F6-B498-43B3-948B-1728B52AA6E4}">
                <adec:decorative xmlns:adec="http://schemas.microsoft.com/office/drawing/2017/decorative" val="0"/>
              </a:ext>
            </a:extLst>
          </p:cNvPr>
          <p:cNvGrpSpPr/>
          <p:nvPr/>
        </p:nvGrpSpPr>
        <p:grpSpPr>
          <a:xfrm>
            <a:off x="5420916" y="1368977"/>
            <a:ext cx="287338" cy="285750"/>
            <a:chOff x="4900613" y="3937000"/>
            <a:chExt cx="287338" cy="285750"/>
          </a:xfrm>
          <a:solidFill>
            <a:schemeClr val="bg1"/>
          </a:solidFill>
        </p:grpSpPr>
        <p:sp>
          <p:nvSpPr>
            <p:cNvPr id="93" name="Forma libre 4743">
              <a:extLst>
                <a:ext uri="{FF2B5EF4-FFF2-40B4-BE49-F238E27FC236}">
                  <a16:creationId xmlns:a16="http://schemas.microsoft.com/office/drawing/2014/main" id="{A654CD2F-871A-4BFA-805D-636E7B50540D}"/>
                </a:ext>
              </a:extLst>
            </p:cNvPr>
            <p:cNvSpPr>
              <a:spLocks/>
            </p:cNvSpPr>
            <p:nvPr/>
          </p:nvSpPr>
          <p:spPr bwMode="auto">
            <a:xfrm>
              <a:off x="4900613" y="3937000"/>
              <a:ext cx="133350" cy="38100"/>
            </a:xfrm>
            <a:custGeom>
              <a:avLst/>
              <a:gdLst>
                <a:gd name="T0" fmla="*/ 346 w 421"/>
                <a:gd name="T1" fmla="*/ 0 h 120"/>
                <a:gd name="T2" fmla="*/ 76 w 421"/>
                <a:gd name="T3" fmla="*/ 0 h 120"/>
                <a:gd name="T4" fmla="*/ 68 w 421"/>
                <a:gd name="T5" fmla="*/ 1 h 120"/>
                <a:gd name="T6" fmla="*/ 61 w 421"/>
                <a:gd name="T7" fmla="*/ 2 h 120"/>
                <a:gd name="T8" fmla="*/ 53 w 421"/>
                <a:gd name="T9" fmla="*/ 3 h 120"/>
                <a:gd name="T10" fmla="*/ 46 w 421"/>
                <a:gd name="T11" fmla="*/ 5 h 120"/>
                <a:gd name="T12" fmla="*/ 40 w 421"/>
                <a:gd name="T13" fmla="*/ 9 h 120"/>
                <a:gd name="T14" fmla="*/ 33 w 421"/>
                <a:gd name="T15" fmla="*/ 12 h 120"/>
                <a:gd name="T16" fmla="*/ 27 w 421"/>
                <a:gd name="T17" fmla="*/ 17 h 120"/>
                <a:gd name="T18" fmla="*/ 22 w 421"/>
                <a:gd name="T19" fmla="*/ 22 h 120"/>
                <a:gd name="T20" fmla="*/ 18 w 421"/>
                <a:gd name="T21" fmla="*/ 27 h 120"/>
                <a:gd name="T22" fmla="*/ 13 w 421"/>
                <a:gd name="T23" fmla="*/ 33 h 120"/>
                <a:gd name="T24" fmla="*/ 10 w 421"/>
                <a:gd name="T25" fmla="*/ 39 h 120"/>
                <a:gd name="T26" fmla="*/ 6 w 421"/>
                <a:gd name="T27" fmla="*/ 46 h 120"/>
                <a:gd name="T28" fmla="*/ 4 w 421"/>
                <a:gd name="T29" fmla="*/ 53 h 120"/>
                <a:gd name="T30" fmla="*/ 2 w 421"/>
                <a:gd name="T31" fmla="*/ 60 h 120"/>
                <a:gd name="T32" fmla="*/ 0 w 421"/>
                <a:gd name="T33" fmla="*/ 67 h 120"/>
                <a:gd name="T34" fmla="*/ 0 w 421"/>
                <a:gd name="T35" fmla="*/ 75 h 120"/>
                <a:gd name="T36" fmla="*/ 0 w 421"/>
                <a:gd name="T37" fmla="*/ 120 h 120"/>
                <a:gd name="T38" fmla="*/ 421 w 421"/>
                <a:gd name="T39" fmla="*/ 120 h 120"/>
                <a:gd name="T40" fmla="*/ 421 w 421"/>
                <a:gd name="T41" fmla="*/ 75 h 120"/>
                <a:gd name="T42" fmla="*/ 421 w 421"/>
                <a:gd name="T43" fmla="*/ 67 h 120"/>
                <a:gd name="T44" fmla="*/ 420 w 421"/>
                <a:gd name="T45" fmla="*/ 60 h 120"/>
                <a:gd name="T46" fmla="*/ 417 w 421"/>
                <a:gd name="T47" fmla="*/ 53 h 120"/>
                <a:gd name="T48" fmla="*/ 415 w 421"/>
                <a:gd name="T49" fmla="*/ 46 h 120"/>
                <a:gd name="T50" fmla="*/ 412 w 421"/>
                <a:gd name="T51" fmla="*/ 39 h 120"/>
                <a:gd name="T52" fmla="*/ 408 w 421"/>
                <a:gd name="T53" fmla="*/ 33 h 120"/>
                <a:gd name="T54" fmla="*/ 403 w 421"/>
                <a:gd name="T55" fmla="*/ 27 h 120"/>
                <a:gd name="T56" fmla="*/ 399 w 421"/>
                <a:gd name="T57" fmla="*/ 22 h 120"/>
                <a:gd name="T58" fmla="*/ 393 w 421"/>
                <a:gd name="T59" fmla="*/ 17 h 120"/>
                <a:gd name="T60" fmla="*/ 387 w 421"/>
                <a:gd name="T61" fmla="*/ 12 h 120"/>
                <a:gd name="T62" fmla="*/ 381 w 421"/>
                <a:gd name="T63" fmla="*/ 9 h 120"/>
                <a:gd name="T64" fmla="*/ 375 w 421"/>
                <a:gd name="T65" fmla="*/ 5 h 120"/>
                <a:gd name="T66" fmla="*/ 368 w 421"/>
                <a:gd name="T67" fmla="*/ 3 h 120"/>
                <a:gd name="T68" fmla="*/ 361 w 421"/>
                <a:gd name="T69" fmla="*/ 2 h 120"/>
                <a:gd name="T70" fmla="*/ 354 w 421"/>
                <a:gd name="T71" fmla="*/ 1 h 120"/>
                <a:gd name="T72" fmla="*/ 346 w 421"/>
                <a:gd name="T73" fmla="*/ 0 h 120"/>
                <a:gd name="T74" fmla="*/ 346 w 421"/>
                <a:gd name="T75"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21" h="120">
                  <a:moveTo>
                    <a:pt x="346" y="0"/>
                  </a:moveTo>
                  <a:lnTo>
                    <a:pt x="76" y="0"/>
                  </a:lnTo>
                  <a:lnTo>
                    <a:pt x="68" y="1"/>
                  </a:lnTo>
                  <a:lnTo>
                    <a:pt x="61" y="2"/>
                  </a:lnTo>
                  <a:lnTo>
                    <a:pt x="53" y="3"/>
                  </a:lnTo>
                  <a:lnTo>
                    <a:pt x="46" y="5"/>
                  </a:lnTo>
                  <a:lnTo>
                    <a:pt x="40" y="9"/>
                  </a:lnTo>
                  <a:lnTo>
                    <a:pt x="33" y="12"/>
                  </a:lnTo>
                  <a:lnTo>
                    <a:pt x="27" y="17"/>
                  </a:lnTo>
                  <a:lnTo>
                    <a:pt x="22" y="22"/>
                  </a:lnTo>
                  <a:lnTo>
                    <a:pt x="18" y="27"/>
                  </a:lnTo>
                  <a:lnTo>
                    <a:pt x="13" y="33"/>
                  </a:lnTo>
                  <a:lnTo>
                    <a:pt x="10" y="39"/>
                  </a:lnTo>
                  <a:lnTo>
                    <a:pt x="6" y="46"/>
                  </a:lnTo>
                  <a:lnTo>
                    <a:pt x="4" y="53"/>
                  </a:lnTo>
                  <a:lnTo>
                    <a:pt x="2" y="60"/>
                  </a:lnTo>
                  <a:lnTo>
                    <a:pt x="0" y="67"/>
                  </a:lnTo>
                  <a:lnTo>
                    <a:pt x="0" y="75"/>
                  </a:lnTo>
                  <a:lnTo>
                    <a:pt x="0" y="120"/>
                  </a:lnTo>
                  <a:lnTo>
                    <a:pt x="421" y="120"/>
                  </a:lnTo>
                  <a:lnTo>
                    <a:pt x="421" y="75"/>
                  </a:lnTo>
                  <a:lnTo>
                    <a:pt x="421" y="67"/>
                  </a:lnTo>
                  <a:lnTo>
                    <a:pt x="420" y="60"/>
                  </a:lnTo>
                  <a:lnTo>
                    <a:pt x="417" y="53"/>
                  </a:lnTo>
                  <a:lnTo>
                    <a:pt x="415" y="46"/>
                  </a:lnTo>
                  <a:lnTo>
                    <a:pt x="412" y="39"/>
                  </a:lnTo>
                  <a:lnTo>
                    <a:pt x="408" y="33"/>
                  </a:lnTo>
                  <a:lnTo>
                    <a:pt x="403" y="27"/>
                  </a:lnTo>
                  <a:lnTo>
                    <a:pt x="399" y="22"/>
                  </a:lnTo>
                  <a:lnTo>
                    <a:pt x="393" y="17"/>
                  </a:lnTo>
                  <a:lnTo>
                    <a:pt x="387" y="12"/>
                  </a:lnTo>
                  <a:lnTo>
                    <a:pt x="381" y="9"/>
                  </a:lnTo>
                  <a:lnTo>
                    <a:pt x="375" y="5"/>
                  </a:lnTo>
                  <a:lnTo>
                    <a:pt x="368" y="3"/>
                  </a:lnTo>
                  <a:lnTo>
                    <a:pt x="361" y="2"/>
                  </a:lnTo>
                  <a:lnTo>
                    <a:pt x="354" y="1"/>
                  </a:lnTo>
                  <a:lnTo>
                    <a:pt x="346" y="0"/>
                  </a:lnTo>
                  <a:lnTo>
                    <a:pt x="34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94" name="Forma libre 4744">
              <a:extLst>
                <a:ext uri="{FF2B5EF4-FFF2-40B4-BE49-F238E27FC236}">
                  <a16:creationId xmlns:a16="http://schemas.microsoft.com/office/drawing/2014/main" id="{5A76ECC7-C209-476D-BB16-D2195C8DD95B}"/>
                </a:ext>
              </a:extLst>
            </p:cNvPr>
            <p:cNvSpPr>
              <a:spLocks/>
            </p:cNvSpPr>
            <p:nvPr/>
          </p:nvSpPr>
          <p:spPr bwMode="auto">
            <a:xfrm>
              <a:off x="4900613" y="3984625"/>
              <a:ext cx="133350" cy="85725"/>
            </a:xfrm>
            <a:custGeom>
              <a:avLst/>
              <a:gdLst>
                <a:gd name="T0" fmla="*/ 0 w 421"/>
                <a:gd name="T1" fmla="*/ 196 h 270"/>
                <a:gd name="T2" fmla="*/ 0 w 421"/>
                <a:gd name="T3" fmla="*/ 203 h 270"/>
                <a:gd name="T4" fmla="*/ 2 w 421"/>
                <a:gd name="T5" fmla="*/ 211 h 270"/>
                <a:gd name="T6" fmla="*/ 4 w 421"/>
                <a:gd name="T7" fmla="*/ 218 h 270"/>
                <a:gd name="T8" fmla="*/ 6 w 421"/>
                <a:gd name="T9" fmla="*/ 225 h 270"/>
                <a:gd name="T10" fmla="*/ 10 w 421"/>
                <a:gd name="T11" fmla="*/ 231 h 270"/>
                <a:gd name="T12" fmla="*/ 13 w 421"/>
                <a:gd name="T13" fmla="*/ 238 h 270"/>
                <a:gd name="T14" fmla="*/ 18 w 421"/>
                <a:gd name="T15" fmla="*/ 243 h 270"/>
                <a:gd name="T16" fmla="*/ 22 w 421"/>
                <a:gd name="T17" fmla="*/ 248 h 270"/>
                <a:gd name="T18" fmla="*/ 27 w 421"/>
                <a:gd name="T19" fmla="*/ 254 h 270"/>
                <a:gd name="T20" fmla="*/ 33 w 421"/>
                <a:gd name="T21" fmla="*/ 257 h 270"/>
                <a:gd name="T22" fmla="*/ 40 w 421"/>
                <a:gd name="T23" fmla="*/ 262 h 270"/>
                <a:gd name="T24" fmla="*/ 46 w 421"/>
                <a:gd name="T25" fmla="*/ 264 h 270"/>
                <a:gd name="T26" fmla="*/ 53 w 421"/>
                <a:gd name="T27" fmla="*/ 267 h 270"/>
                <a:gd name="T28" fmla="*/ 61 w 421"/>
                <a:gd name="T29" fmla="*/ 269 h 270"/>
                <a:gd name="T30" fmla="*/ 68 w 421"/>
                <a:gd name="T31" fmla="*/ 270 h 270"/>
                <a:gd name="T32" fmla="*/ 76 w 421"/>
                <a:gd name="T33" fmla="*/ 270 h 270"/>
                <a:gd name="T34" fmla="*/ 346 w 421"/>
                <a:gd name="T35" fmla="*/ 270 h 270"/>
                <a:gd name="T36" fmla="*/ 354 w 421"/>
                <a:gd name="T37" fmla="*/ 270 h 270"/>
                <a:gd name="T38" fmla="*/ 361 w 421"/>
                <a:gd name="T39" fmla="*/ 269 h 270"/>
                <a:gd name="T40" fmla="*/ 368 w 421"/>
                <a:gd name="T41" fmla="*/ 267 h 270"/>
                <a:gd name="T42" fmla="*/ 375 w 421"/>
                <a:gd name="T43" fmla="*/ 264 h 270"/>
                <a:gd name="T44" fmla="*/ 381 w 421"/>
                <a:gd name="T45" fmla="*/ 261 h 270"/>
                <a:gd name="T46" fmla="*/ 387 w 421"/>
                <a:gd name="T47" fmla="*/ 257 h 270"/>
                <a:gd name="T48" fmla="*/ 393 w 421"/>
                <a:gd name="T49" fmla="*/ 253 h 270"/>
                <a:gd name="T50" fmla="*/ 399 w 421"/>
                <a:gd name="T51" fmla="*/ 248 h 270"/>
                <a:gd name="T52" fmla="*/ 403 w 421"/>
                <a:gd name="T53" fmla="*/ 243 h 270"/>
                <a:gd name="T54" fmla="*/ 408 w 421"/>
                <a:gd name="T55" fmla="*/ 238 h 270"/>
                <a:gd name="T56" fmla="*/ 412 w 421"/>
                <a:gd name="T57" fmla="*/ 231 h 270"/>
                <a:gd name="T58" fmla="*/ 415 w 421"/>
                <a:gd name="T59" fmla="*/ 225 h 270"/>
                <a:gd name="T60" fmla="*/ 417 w 421"/>
                <a:gd name="T61" fmla="*/ 218 h 270"/>
                <a:gd name="T62" fmla="*/ 420 w 421"/>
                <a:gd name="T63" fmla="*/ 211 h 270"/>
                <a:gd name="T64" fmla="*/ 421 w 421"/>
                <a:gd name="T65" fmla="*/ 203 h 270"/>
                <a:gd name="T66" fmla="*/ 421 w 421"/>
                <a:gd name="T67" fmla="*/ 196 h 270"/>
                <a:gd name="T68" fmla="*/ 421 w 421"/>
                <a:gd name="T69" fmla="*/ 0 h 270"/>
                <a:gd name="T70" fmla="*/ 0 w 421"/>
                <a:gd name="T71" fmla="*/ 0 h 270"/>
                <a:gd name="T72" fmla="*/ 0 w 421"/>
                <a:gd name="T73" fmla="*/ 196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1" h="270">
                  <a:moveTo>
                    <a:pt x="0" y="196"/>
                  </a:moveTo>
                  <a:lnTo>
                    <a:pt x="0" y="203"/>
                  </a:lnTo>
                  <a:lnTo>
                    <a:pt x="2" y="211"/>
                  </a:lnTo>
                  <a:lnTo>
                    <a:pt x="4" y="218"/>
                  </a:lnTo>
                  <a:lnTo>
                    <a:pt x="6" y="225"/>
                  </a:lnTo>
                  <a:lnTo>
                    <a:pt x="10" y="231"/>
                  </a:lnTo>
                  <a:lnTo>
                    <a:pt x="13" y="238"/>
                  </a:lnTo>
                  <a:lnTo>
                    <a:pt x="18" y="243"/>
                  </a:lnTo>
                  <a:lnTo>
                    <a:pt x="22" y="248"/>
                  </a:lnTo>
                  <a:lnTo>
                    <a:pt x="27" y="254"/>
                  </a:lnTo>
                  <a:lnTo>
                    <a:pt x="33" y="257"/>
                  </a:lnTo>
                  <a:lnTo>
                    <a:pt x="40" y="262"/>
                  </a:lnTo>
                  <a:lnTo>
                    <a:pt x="46" y="264"/>
                  </a:lnTo>
                  <a:lnTo>
                    <a:pt x="53" y="267"/>
                  </a:lnTo>
                  <a:lnTo>
                    <a:pt x="61" y="269"/>
                  </a:lnTo>
                  <a:lnTo>
                    <a:pt x="68" y="270"/>
                  </a:lnTo>
                  <a:lnTo>
                    <a:pt x="76" y="270"/>
                  </a:lnTo>
                  <a:lnTo>
                    <a:pt x="346" y="270"/>
                  </a:lnTo>
                  <a:lnTo>
                    <a:pt x="354" y="270"/>
                  </a:lnTo>
                  <a:lnTo>
                    <a:pt x="361" y="269"/>
                  </a:lnTo>
                  <a:lnTo>
                    <a:pt x="368" y="267"/>
                  </a:lnTo>
                  <a:lnTo>
                    <a:pt x="375" y="264"/>
                  </a:lnTo>
                  <a:lnTo>
                    <a:pt x="381" y="261"/>
                  </a:lnTo>
                  <a:lnTo>
                    <a:pt x="387" y="257"/>
                  </a:lnTo>
                  <a:lnTo>
                    <a:pt x="393" y="253"/>
                  </a:lnTo>
                  <a:lnTo>
                    <a:pt x="399" y="248"/>
                  </a:lnTo>
                  <a:lnTo>
                    <a:pt x="403" y="243"/>
                  </a:lnTo>
                  <a:lnTo>
                    <a:pt x="408" y="238"/>
                  </a:lnTo>
                  <a:lnTo>
                    <a:pt x="412" y="231"/>
                  </a:lnTo>
                  <a:lnTo>
                    <a:pt x="415" y="225"/>
                  </a:lnTo>
                  <a:lnTo>
                    <a:pt x="417" y="218"/>
                  </a:lnTo>
                  <a:lnTo>
                    <a:pt x="420" y="211"/>
                  </a:lnTo>
                  <a:lnTo>
                    <a:pt x="421" y="203"/>
                  </a:lnTo>
                  <a:lnTo>
                    <a:pt x="421" y="196"/>
                  </a:lnTo>
                  <a:lnTo>
                    <a:pt x="421" y="0"/>
                  </a:lnTo>
                  <a:lnTo>
                    <a:pt x="0" y="0"/>
                  </a:lnTo>
                  <a:lnTo>
                    <a:pt x="0" y="1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95" name="Forma libre 4745">
              <a:extLst>
                <a:ext uri="{FF2B5EF4-FFF2-40B4-BE49-F238E27FC236}">
                  <a16:creationId xmlns:a16="http://schemas.microsoft.com/office/drawing/2014/main" id="{842A256B-87AA-4D95-A759-ECE316A17FF2}"/>
                </a:ext>
              </a:extLst>
            </p:cNvPr>
            <p:cNvSpPr>
              <a:spLocks/>
            </p:cNvSpPr>
            <p:nvPr/>
          </p:nvSpPr>
          <p:spPr bwMode="auto">
            <a:xfrm>
              <a:off x="5053013" y="3937000"/>
              <a:ext cx="134938" cy="38100"/>
            </a:xfrm>
            <a:custGeom>
              <a:avLst/>
              <a:gdLst>
                <a:gd name="T0" fmla="*/ 345 w 421"/>
                <a:gd name="T1" fmla="*/ 0 h 120"/>
                <a:gd name="T2" fmla="*/ 75 w 421"/>
                <a:gd name="T3" fmla="*/ 0 h 120"/>
                <a:gd name="T4" fmla="*/ 67 w 421"/>
                <a:gd name="T5" fmla="*/ 1 h 120"/>
                <a:gd name="T6" fmla="*/ 60 w 421"/>
                <a:gd name="T7" fmla="*/ 2 h 120"/>
                <a:gd name="T8" fmla="*/ 52 w 421"/>
                <a:gd name="T9" fmla="*/ 3 h 120"/>
                <a:gd name="T10" fmla="*/ 45 w 421"/>
                <a:gd name="T11" fmla="*/ 5 h 120"/>
                <a:gd name="T12" fmla="*/ 39 w 421"/>
                <a:gd name="T13" fmla="*/ 9 h 120"/>
                <a:gd name="T14" fmla="*/ 33 w 421"/>
                <a:gd name="T15" fmla="*/ 12 h 120"/>
                <a:gd name="T16" fmla="*/ 27 w 421"/>
                <a:gd name="T17" fmla="*/ 17 h 120"/>
                <a:gd name="T18" fmla="*/ 22 w 421"/>
                <a:gd name="T19" fmla="*/ 22 h 120"/>
                <a:gd name="T20" fmla="*/ 17 w 421"/>
                <a:gd name="T21" fmla="*/ 27 h 120"/>
                <a:gd name="T22" fmla="*/ 13 w 421"/>
                <a:gd name="T23" fmla="*/ 33 h 120"/>
                <a:gd name="T24" fmla="*/ 9 w 421"/>
                <a:gd name="T25" fmla="*/ 39 h 120"/>
                <a:gd name="T26" fmla="*/ 6 w 421"/>
                <a:gd name="T27" fmla="*/ 46 h 120"/>
                <a:gd name="T28" fmla="*/ 4 w 421"/>
                <a:gd name="T29" fmla="*/ 53 h 120"/>
                <a:gd name="T30" fmla="*/ 1 w 421"/>
                <a:gd name="T31" fmla="*/ 60 h 120"/>
                <a:gd name="T32" fmla="*/ 0 w 421"/>
                <a:gd name="T33" fmla="*/ 67 h 120"/>
                <a:gd name="T34" fmla="*/ 0 w 421"/>
                <a:gd name="T35" fmla="*/ 75 h 120"/>
                <a:gd name="T36" fmla="*/ 0 w 421"/>
                <a:gd name="T37" fmla="*/ 120 h 120"/>
                <a:gd name="T38" fmla="*/ 421 w 421"/>
                <a:gd name="T39" fmla="*/ 120 h 120"/>
                <a:gd name="T40" fmla="*/ 421 w 421"/>
                <a:gd name="T41" fmla="*/ 75 h 120"/>
                <a:gd name="T42" fmla="*/ 421 w 421"/>
                <a:gd name="T43" fmla="*/ 67 h 120"/>
                <a:gd name="T44" fmla="*/ 419 w 421"/>
                <a:gd name="T45" fmla="*/ 60 h 120"/>
                <a:gd name="T46" fmla="*/ 417 w 421"/>
                <a:gd name="T47" fmla="*/ 53 h 120"/>
                <a:gd name="T48" fmla="*/ 415 w 421"/>
                <a:gd name="T49" fmla="*/ 46 h 120"/>
                <a:gd name="T50" fmla="*/ 411 w 421"/>
                <a:gd name="T51" fmla="*/ 39 h 120"/>
                <a:gd name="T52" fmla="*/ 408 w 421"/>
                <a:gd name="T53" fmla="*/ 33 h 120"/>
                <a:gd name="T54" fmla="*/ 403 w 421"/>
                <a:gd name="T55" fmla="*/ 27 h 120"/>
                <a:gd name="T56" fmla="*/ 399 w 421"/>
                <a:gd name="T57" fmla="*/ 22 h 120"/>
                <a:gd name="T58" fmla="*/ 393 w 421"/>
                <a:gd name="T59" fmla="*/ 17 h 120"/>
                <a:gd name="T60" fmla="*/ 387 w 421"/>
                <a:gd name="T61" fmla="*/ 12 h 120"/>
                <a:gd name="T62" fmla="*/ 381 w 421"/>
                <a:gd name="T63" fmla="*/ 9 h 120"/>
                <a:gd name="T64" fmla="*/ 374 w 421"/>
                <a:gd name="T65" fmla="*/ 5 h 120"/>
                <a:gd name="T66" fmla="*/ 367 w 421"/>
                <a:gd name="T67" fmla="*/ 3 h 120"/>
                <a:gd name="T68" fmla="*/ 360 w 421"/>
                <a:gd name="T69" fmla="*/ 2 h 120"/>
                <a:gd name="T70" fmla="*/ 353 w 421"/>
                <a:gd name="T71" fmla="*/ 1 h 120"/>
                <a:gd name="T72" fmla="*/ 345 w 421"/>
                <a:gd name="T73" fmla="*/ 0 h 120"/>
                <a:gd name="T74" fmla="*/ 345 w 421"/>
                <a:gd name="T75"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21" h="120">
                  <a:moveTo>
                    <a:pt x="345" y="0"/>
                  </a:moveTo>
                  <a:lnTo>
                    <a:pt x="75" y="0"/>
                  </a:lnTo>
                  <a:lnTo>
                    <a:pt x="67" y="1"/>
                  </a:lnTo>
                  <a:lnTo>
                    <a:pt x="60" y="2"/>
                  </a:lnTo>
                  <a:lnTo>
                    <a:pt x="52" y="3"/>
                  </a:lnTo>
                  <a:lnTo>
                    <a:pt x="45" y="5"/>
                  </a:lnTo>
                  <a:lnTo>
                    <a:pt x="39" y="9"/>
                  </a:lnTo>
                  <a:lnTo>
                    <a:pt x="33" y="12"/>
                  </a:lnTo>
                  <a:lnTo>
                    <a:pt x="27" y="17"/>
                  </a:lnTo>
                  <a:lnTo>
                    <a:pt x="22" y="22"/>
                  </a:lnTo>
                  <a:lnTo>
                    <a:pt x="17" y="27"/>
                  </a:lnTo>
                  <a:lnTo>
                    <a:pt x="13" y="33"/>
                  </a:lnTo>
                  <a:lnTo>
                    <a:pt x="9" y="39"/>
                  </a:lnTo>
                  <a:lnTo>
                    <a:pt x="6" y="46"/>
                  </a:lnTo>
                  <a:lnTo>
                    <a:pt x="4" y="53"/>
                  </a:lnTo>
                  <a:lnTo>
                    <a:pt x="1" y="60"/>
                  </a:lnTo>
                  <a:lnTo>
                    <a:pt x="0" y="67"/>
                  </a:lnTo>
                  <a:lnTo>
                    <a:pt x="0" y="75"/>
                  </a:lnTo>
                  <a:lnTo>
                    <a:pt x="0" y="120"/>
                  </a:lnTo>
                  <a:lnTo>
                    <a:pt x="421" y="120"/>
                  </a:lnTo>
                  <a:lnTo>
                    <a:pt x="421" y="75"/>
                  </a:lnTo>
                  <a:lnTo>
                    <a:pt x="421" y="67"/>
                  </a:lnTo>
                  <a:lnTo>
                    <a:pt x="419" y="60"/>
                  </a:lnTo>
                  <a:lnTo>
                    <a:pt x="417" y="53"/>
                  </a:lnTo>
                  <a:lnTo>
                    <a:pt x="415" y="46"/>
                  </a:lnTo>
                  <a:lnTo>
                    <a:pt x="411" y="39"/>
                  </a:lnTo>
                  <a:lnTo>
                    <a:pt x="408" y="33"/>
                  </a:lnTo>
                  <a:lnTo>
                    <a:pt x="403" y="27"/>
                  </a:lnTo>
                  <a:lnTo>
                    <a:pt x="399" y="22"/>
                  </a:lnTo>
                  <a:lnTo>
                    <a:pt x="393" y="17"/>
                  </a:lnTo>
                  <a:lnTo>
                    <a:pt x="387" y="12"/>
                  </a:lnTo>
                  <a:lnTo>
                    <a:pt x="381" y="9"/>
                  </a:lnTo>
                  <a:lnTo>
                    <a:pt x="374" y="5"/>
                  </a:lnTo>
                  <a:lnTo>
                    <a:pt x="367" y="3"/>
                  </a:lnTo>
                  <a:lnTo>
                    <a:pt x="360" y="2"/>
                  </a:lnTo>
                  <a:lnTo>
                    <a:pt x="353" y="1"/>
                  </a:lnTo>
                  <a:lnTo>
                    <a:pt x="345" y="0"/>
                  </a:lnTo>
                  <a:lnTo>
                    <a:pt x="34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96" name="Forma libre 4746">
              <a:extLst>
                <a:ext uri="{FF2B5EF4-FFF2-40B4-BE49-F238E27FC236}">
                  <a16:creationId xmlns:a16="http://schemas.microsoft.com/office/drawing/2014/main" id="{3D60C298-D43E-4861-BEA9-D00241730C7D}"/>
                </a:ext>
              </a:extLst>
            </p:cNvPr>
            <p:cNvSpPr>
              <a:spLocks/>
            </p:cNvSpPr>
            <p:nvPr/>
          </p:nvSpPr>
          <p:spPr bwMode="auto">
            <a:xfrm>
              <a:off x="5053013" y="3984625"/>
              <a:ext cx="134938" cy="85725"/>
            </a:xfrm>
            <a:custGeom>
              <a:avLst/>
              <a:gdLst>
                <a:gd name="T0" fmla="*/ 0 w 421"/>
                <a:gd name="T1" fmla="*/ 196 h 270"/>
                <a:gd name="T2" fmla="*/ 0 w 421"/>
                <a:gd name="T3" fmla="*/ 203 h 270"/>
                <a:gd name="T4" fmla="*/ 1 w 421"/>
                <a:gd name="T5" fmla="*/ 211 h 270"/>
                <a:gd name="T6" fmla="*/ 4 w 421"/>
                <a:gd name="T7" fmla="*/ 218 h 270"/>
                <a:gd name="T8" fmla="*/ 6 w 421"/>
                <a:gd name="T9" fmla="*/ 225 h 270"/>
                <a:gd name="T10" fmla="*/ 9 w 421"/>
                <a:gd name="T11" fmla="*/ 231 h 270"/>
                <a:gd name="T12" fmla="*/ 13 w 421"/>
                <a:gd name="T13" fmla="*/ 238 h 270"/>
                <a:gd name="T14" fmla="*/ 17 w 421"/>
                <a:gd name="T15" fmla="*/ 243 h 270"/>
                <a:gd name="T16" fmla="*/ 22 w 421"/>
                <a:gd name="T17" fmla="*/ 248 h 270"/>
                <a:gd name="T18" fmla="*/ 27 w 421"/>
                <a:gd name="T19" fmla="*/ 254 h 270"/>
                <a:gd name="T20" fmla="*/ 33 w 421"/>
                <a:gd name="T21" fmla="*/ 257 h 270"/>
                <a:gd name="T22" fmla="*/ 39 w 421"/>
                <a:gd name="T23" fmla="*/ 262 h 270"/>
                <a:gd name="T24" fmla="*/ 45 w 421"/>
                <a:gd name="T25" fmla="*/ 264 h 270"/>
                <a:gd name="T26" fmla="*/ 52 w 421"/>
                <a:gd name="T27" fmla="*/ 267 h 270"/>
                <a:gd name="T28" fmla="*/ 60 w 421"/>
                <a:gd name="T29" fmla="*/ 269 h 270"/>
                <a:gd name="T30" fmla="*/ 67 w 421"/>
                <a:gd name="T31" fmla="*/ 270 h 270"/>
                <a:gd name="T32" fmla="*/ 75 w 421"/>
                <a:gd name="T33" fmla="*/ 270 h 270"/>
                <a:gd name="T34" fmla="*/ 345 w 421"/>
                <a:gd name="T35" fmla="*/ 270 h 270"/>
                <a:gd name="T36" fmla="*/ 353 w 421"/>
                <a:gd name="T37" fmla="*/ 270 h 270"/>
                <a:gd name="T38" fmla="*/ 360 w 421"/>
                <a:gd name="T39" fmla="*/ 269 h 270"/>
                <a:gd name="T40" fmla="*/ 367 w 421"/>
                <a:gd name="T41" fmla="*/ 267 h 270"/>
                <a:gd name="T42" fmla="*/ 374 w 421"/>
                <a:gd name="T43" fmla="*/ 264 h 270"/>
                <a:gd name="T44" fmla="*/ 381 w 421"/>
                <a:gd name="T45" fmla="*/ 261 h 270"/>
                <a:gd name="T46" fmla="*/ 387 w 421"/>
                <a:gd name="T47" fmla="*/ 257 h 270"/>
                <a:gd name="T48" fmla="*/ 393 w 421"/>
                <a:gd name="T49" fmla="*/ 253 h 270"/>
                <a:gd name="T50" fmla="*/ 399 w 421"/>
                <a:gd name="T51" fmla="*/ 248 h 270"/>
                <a:gd name="T52" fmla="*/ 403 w 421"/>
                <a:gd name="T53" fmla="*/ 243 h 270"/>
                <a:gd name="T54" fmla="*/ 408 w 421"/>
                <a:gd name="T55" fmla="*/ 238 h 270"/>
                <a:gd name="T56" fmla="*/ 411 w 421"/>
                <a:gd name="T57" fmla="*/ 231 h 270"/>
                <a:gd name="T58" fmla="*/ 415 w 421"/>
                <a:gd name="T59" fmla="*/ 225 h 270"/>
                <a:gd name="T60" fmla="*/ 417 w 421"/>
                <a:gd name="T61" fmla="*/ 218 h 270"/>
                <a:gd name="T62" fmla="*/ 419 w 421"/>
                <a:gd name="T63" fmla="*/ 211 h 270"/>
                <a:gd name="T64" fmla="*/ 421 w 421"/>
                <a:gd name="T65" fmla="*/ 203 h 270"/>
                <a:gd name="T66" fmla="*/ 421 w 421"/>
                <a:gd name="T67" fmla="*/ 196 h 270"/>
                <a:gd name="T68" fmla="*/ 421 w 421"/>
                <a:gd name="T69" fmla="*/ 0 h 270"/>
                <a:gd name="T70" fmla="*/ 0 w 421"/>
                <a:gd name="T71" fmla="*/ 0 h 270"/>
                <a:gd name="T72" fmla="*/ 0 w 421"/>
                <a:gd name="T73" fmla="*/ 196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1" h="270">
                  <a:moveTo>
                    <a:pt x="0" y="196"/>
                  </a:moveTo>
                  <a:lnTo>
                    <a:pt x="0" y="203"/>
                  </a:lnTo>
                  <a:lnTo>
                    <a:pt x="1" y="211"/>
                  </a:lnTo>
                  <a:lnTo>
                    <a:pt x="4" y="218"/>
                  </a:lnTo>
                  <a:lnTo>
                    <a:pt x="6" y="225"/>
                  </a:lnTo>
                  <a:lnTo>
                    <a:pt x="9" y="231"/>
                  </a:lnTo>
                  <a:lnTo>
                    <a:pt x="13" y="238"/>
                  </a:lnTo>
                  <a:lnTo>
                    <a:pt x="17" y="243"/>
                  </a:lnTo>
                  <a:lnTo>
                    <a:pt x="22" y="248"/>
                  </a:lnTo>
                  <a:lnTo>
                    <a:pt x="27" y="254"/>
                  </a:lnTo>
                  <a:lnTo>
                    <a:pt x="33" y="257"/>
                  </a:lnTo>
                  <a:lnTo>
                    <a:pt x="39" y="262"/>
                  </a:lnTo>
                  <a:lnTo>
                    <a:pt x="45" y="264"/>
                  </a:lnTo>
                  <a:lnTo>
                    <a:pt x="52" y="267"/>
                  </a:lnTo>
                  <a:lnTo>
                    <a:pt x="60" y="269"/>
                  </a:lnTo>
                  <a:lnTo>
                    <a:pt x="67" y="270"/>
                  </a:lnTo>
                  <a:lnTo>
                    <a:pt x="75" y="270"/>
                  </a:lnTo>
                  <a:lnTo>
                    <a:pt x="345" y="270"/>
                  </a:lnTo>
                  <a:lnTo>
                    <a:pt x="353" y="270"/>
                  </a:lnTo>
                  <a:lnTo>
                    <a:pt x="360" y="269"/>
                  </a:lnTo>
                  <a:lnTo>
                    <a:pt x="367" y="267"/>
                  </a:lnTo>
                  <a:lnTo>
                    <a:pt x="374" y="264"/>
                  </a:lnTo>
                  <a:lnTo>
                    <a:pt x="381" y="261"/>
                  </a:lnTo>
                  <a:lnTo>
                    <a:pt x="387" y="257"/>
                  </a:lnTo>
                  <a:lnTo>
                    <a:pt x="393" y="253"/>
                  </a:lnTo>
                  <a:lnTo>
                    <a:pt x="399" y="248"/>
                  </a:lnTo>
                  <a:lnTo>
                    <a:pt x="403" y="243"/>
                  </a:lnTo>
                  <a:lnTo>
                    <a:pt x="408" y="238"/>
                  </a:lnTo>
                  <a:lnTo>
                    <a:pt x="411" y="231"/>
                  </a:lnTo>
                  <a:lnTo>
                    <a:pt x="415" y="225"/>
                  </a:lnTo>
                  <a:lnTo>
                    <a:pt x="417" y="218"/>
                  </a:lnTo>
                  <a:lnTo>
                    <a:pt x="419" y="211"/>
                  </a:lnTo>
                  <a:lnTo>
                    <a:pt x="421" y="203"/>
                  </a:lnTo>
                  <a:lnTo>
                    <a:pt x="421" y="196"/>
                  </a:lnTo>
                  <a:lnTo>
                    <a:pt x="421" y="0"/>
                  </a:lnTo>
                  <a:lnTo>
                    <a:pt x="0" y="0"/>
                  </a:lnTo>
                  <a:lnTo>
                    <a:pt x="0" y="1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97" name="Forma libre 4747">
              <a:extLst>
                <a:ext uri="{FF2B5EF4-FFF2-40B4-BE49-F238E27FC236}">
                  <a16:creationId xmlns:a16="http://schemas.microsoft.com/office/drawing/2014/main" id="{29B54F52-E2CA-455A-9AA3-2B20BE885EED}"/>
                </a:ext>
              </a:extLst>
            </p:cNvPr>
            <p:cNvSpPr>
              <a:spLocks/>
            </p:cNvSpPr>
            <p:nvPr/>
          </p:nvSpPr>
          <p:spPr bwMode="auto">
            <a:xfrm>
              <a:off x="4900613" y="4137025"/>
              <a:ext cx="133350" cy="85725"/>
            </a:xfrm>
            <a:custGeom>
              <a:avLst/>
              <a:gdLst>
                <a:gd name="T0" fmla="*/ 0 w 421"/>
                <a:gd name="T1" fmla="*/ 194 h 270"/>
                <a:gd name="T2" fmla="*/ 0 w 421"/>
                <a:gd name="T3" fmla="*/ 203 h 270"/>
                <a:gd name="T4" fmla="*/ 2 w 421"/>
                <a:gd name="T5" fmla="*/ 209 h 270"/>
                <a:gd name="T6" fmla="*/ 4 w 421"/>
                <a:gd name="T7" fmla="*/ 218 h 270"/>
                <a:gd name="T8" fmla="*/ 6 w 421"/>
                <a:gd name="T9" fmla="*/ 225 h 270"/>
                <a:gd name="T10" fmla="*/ 10 w 421"/>
                <a:gd name="T11" fmla="*/ 230 h 270"/>
                <a:gd name="T12" fmla="*/ 13 w 421"/>
                <a:gd name="T13" fmla="*/ 237 h 270"/>
                <a:gd name="T14" fmla="*/ 18 w 421"/>
                <a:gd name="T15" fmla="*/ 243 h 270"/>
                <a:gd name="T16" fmla="*/ 22 w 421"/>
                <a:gd name="T17" fmla="*/ 248 h 270"/>
                <a:gd name="T18" fmla="*/ 27 w 421"/>
                <a:gd name="T19" fmla="*/ 252 h 270"/>
                <a:gd name="T20" fmla="*/ 33 w 421"/>
                <a:gd name="T21" fmla="*/ 257 h 270"/>
                <a:gd name="T22" fmla="*/ 40 w 421"/>
                <a:gd name="T23" fmla="*/ 262 h 270"/>
                <a:gd name="T24" fmla="*/ 46 w 421"/>
                <a:gd name="T25" fmla="*/ 264 h 270"/>
                <a:gd name="T26" fmla="*/ 53 w 421"/>
                <a:gd name="T27" fmla="*/ 266 h 270"/>
                <a:gd name="T28" fmla="*/ 61 w 421"/>
                <a:gd name="T29" fmla="*/ 269 h 270"/>
                <a:gd name="T30" fmla="*/ 68 w 421"/>
                <a:gd name="T31" fmla="*/ 270 h 270"/>
                <a:gd name="T32" fmla="*/ 76 w 421"/>
                <a:gd name="T33" fmla="*/ 270 h 270"/>
                <a:gd name="T34" fmla="*/ 346 w 421"/>
                <a:gd name="T35" fmla="*/ 270 h 270"/>
                <a:gd name="T36" fmla="*/ 354 w 421"/>
                <a:gd name="T37" fmla="*/ 270 h 270"/>
                <a:gd name="T38" fmla="*/ 361 w 421"/>
                <a:gd name="T39" fmla="*/ 269 h 270"/>
                <a:gd name="T40" fmla="*/ 368 w 421"/>
                <a:gd name="T41" fmla="*/ 266 h 270"/>
                <a:gd name="T42" fmla="*/ 375 w 421"/>
                <a:gd name="T43" fmla="*/ 264 h 270"/>
                <a:gd name="T44" fmla="*/ 381 w 421"/>
                <a:gd name="T45" fmla="*/ 260 h 270"/>
                <a:gd name="T46" fmla="*/ 387 w 421"/>
                <a:gd name="T47" fmla="*/ 257 h 270"/>
                <a:gd name="T48" fmla="*/ 393 w 421"/>
                <a:gd name="T49" fmla="*/ 252 h 270"/>
                <a:gd name="T50" fmla="*/ 399 w 421"/>
                <a:gd name="T51" fmla="*/ 248 h 270"/>
                <a:gd name="T52" fmla="*/ 403 w 421"/>
                <a:gd name="T53" fmla="*/ 243 h 270"/>
                <a:gd name="T54" fmla="*/ 408 w 421"/>
                <a:gd name="T55" fmla="*/ 237 h 270"/>
                <a:gd name="T56" fmla="*/ 412 w 421"/>
                <a:gd name="T57" fmla="*/ 230 h 270"/>
                <a:gd name="T58" fmla="*/ 415 w 421"/>
                <a:gd name="T59" fmla="*/ 225 h 270"/>
                <a:gd name="T60" fmla="*/ 417 w 421"/>
                <a:gd name="T61" fmla="*/ 218 h 270"/>
                <a:gd name="T62" fmla="*/ 420 w 421"/>
                <a:gd name="T63" fmla="*/ 211 h 270"/>
                <a:gd name="T64" fmla="*/ 421 w 421"/>
                <a:gd name="T65" fmla="*/ 203 h 270"/>
                <a:gd name="T66" fmla="*/ 421 w 421"/>
                <a:gd name="T67" fmla="*/ 196 h 270"/>
                <a:gd name="T68" fmla="*/ 421 w 421"/>
                <a:gd name="T69" fmla="*/ 0 h 270"/>
                <a:gd name="T70" fmla="*/ 0 w 421"/>
                <a:gd name="T71" fmla="*/ 0 h 270"/>
                <a:gd name="T72" fmla="*/ 0 w 421"/>
                <a:gd name="T73" fmla="*/ 194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1" h="270">
                  <a:moveTo>
                    <a:pt x="0" y="194"/>
                  </a:moveTo>
                  <a:lnTo>
                    <a:pt x="0" y="203"/>
                  </a:lnTo>
                  <a:lnTo>
                    <a:pt x="2" y="209"/>
                  </a:lnTo>
                  <a:lnTo>
                    <a:pt x="4" y="218"/>
                  </a:lnTo>
                  <a:lnTo>
                    <a:pt x="6" y="225"/>
                  </a:lnTo>
                  <a:lnTo>
                    <a:pt x="10" y="230"/>
                  </a:lnTo>
                  <a:lnTo>
                    <a:pt x="13" y="237"/>
                  </a:lnTo>
                  <a:lnTo>
                    <a:pt x="18" y="243"/>
                  </a:lnTo>
                  <a:lnTo>
                    <a:pt x="22" y="248"/>
                  </a:lnTo>
                  <a:lnTo>
                    <a:pt x="27" y="252"/>
                  </a:lnTo>
                  <a:lnTo>
                    <a:pt x="33" y="257"/>
                  </a:lnTo>
                  <a:lnTo>
                    <a:pt x="40" y="262"/>
                  </a:lnTo>
                  <a:lnTo>
                    <a:pt x="46" y="264"/>
                  </a:lnTo>
                  <a:lnTo>
                    <a:pt x="53" y="266"/>
                  </a:lnTo>
                  <a:lnTo>
                    <a:pt x="61" y="269"/>
                  </a:lnTo>
                  <a:lnTo>
                    <a:pt x="68" y="270"/>
                  </a:lnTo>
                  <a:lnTo>
                    <a:pt x="76" y="270"/>
                  </a:lnTo>
                  <a:lnTo>
                    <a:pt x="346" y="270"/>
                  </a:lnTo>
                  <a:lnTo>
                    <a:pt x="354" y="270"/>
                  </a:lnTo>
                  <a:lnTo>
                    <a:pt x="361" y="269"/>
                  </a:lnTo>
                  <a:lnTo>
                    <a:pt x="368" y="266"/>
                  </a:lnTo>
                  <a:lnTo>
                    <a:pt x="375" y="264"/>
                  </a:lnTo>
                  <a:lnTo>
                    <a:pt x="381" y="260"/>
                  </a:lnTo>
                  <a:lnTo>
                    <a:pt x="387" y="257"/>
                  </a:lnTo>
                  <a:lnTo>
                    <a:pt x="393" y="252"/>
                  </a:lnTo>
                  <a:lnTo>
                    <a:pt x="399" y="248"/>
                  </a:lnTo>
                  <a:lnTo>
                    <a:pt x="403" y="243"/>
                  </a:lnTo>
                  <a:lnTo>
                    <a:pt x="408" y="237"/>
                  </a:lnTo>
                  <a:lnTo>
                    <a:pt x="412" y="230"/>
                  </a:lnTo>
                  <a:lnTo>
                    <a:pt x="415" y="225"/>
                  </a:lnTo>
                  <a:lnTo>
                    <a:pt x="417" y="218"/>
                  </a:lnTo>
                  <a:lnTo>
                    <a:pt x="420" y="211"/>
                  </a:lnTo>
                  <a:lnTo>
                    <a:pt x="421" y="203"/>
                  </a:lnTo>
                  <a:lnTo>
                    <a:pt x="421" y="196"/>
                  </a:lnTo>
                  <a:lnTo>
                    <a:pt x="421" y="0"/>
                  </a:lnTo>
                  <a:lnTo>
                    <a:pt x="0" y="0"/>
                  </a:lnTo>
                  <a:lnTo>
                    <a:pt x="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98" name="Forma libre 4748">
              <a:extLst>
                <a:ext uri="{FF2B5EF4-FFF2-40B4-BE49-F238E27FC236}">
                  <a16:creationId xmlns:a16="http://schemas.microsoft.com/office/drawing/2014/main" id="{46C54F87-D686-45B0-AC4F-BD4AD01BD05A}"/>
                </a:ext>
              </a:extLst>
            </p:cNvPr>
            <p:cNvSpPr>
              <a:spLocks/>
            </p:cNvSpPr>
            <p:nvPr/>
          </p:nvSpPr>
          <p:spPr bwMode="auto">
            <a:xfrm>
              <a:off x="4900613" y="4089400"/>
              <a:ext cx="133350" cy="38100"/>
            </a:xfrm>
            <a:custGeom>
              <a:avLst/>
              <a:gdLst>
                <a:gd name="T0" fmla="*/ 346 w 421"/>
                <a:gd name="T1" fmla="*/ 0 h 121"/>
                <a:gd name="T2" fmla="*/ 76 w 421"/>
                <a:gd name="T3" fmla="*/ 0 h 121"/>
                <a:gd name="T4" fmla="*/ 68 w 421"/>
                <a:gd name="T5" fmla="*/ 1 h 121"/>
                <a:gd name="T6" fmla="*/ 61 w 421"/>
                <a:gd name="T7" fmla="*/ 3 h 121"/>
                <a:gd name="T8" fmla="*/ 53 w 421"/>
                <a:gd name="T9" fmla="*/ 4 h 121"/>
                <a:gd name="T10" fmla="*/ 46 w 421"/>
                <a:gd name="T11" fmla="*/ 6 h 121"/>
                <a:gd name="T12" fmla="*/ 40 w 421"/>
                <a:gd name="T13" fmla="*/ 10 h 121"/>
                <a:gd name="T14" fmla="*/ 33 w 421"/>
                <a:gd name="T15" fmla="*/ 13 h 121"/>
                <a:gd name="T16" fmla="*/ 27 w 421"/>
                <a:gd name="T17" fmla="*/ 18 h 121"/>
                <a:gd name="T18" fmla="*/ 22 w 421"/>
                <a:gd name="T19" fmla="*/ 22 h 121"/>
                <a:gd name="T20" fmla="*/ 18 w 421"/>
                <a:gd name="T21" fmla="*/ 28 h 121"/>
                <a:gd name="T22" fmla="*/ 13 w 421"/>
                <a:gd name="T23" fmla="*/ 34 h 121"/>
                <a:gd name="T24" fmla="*/ 10 w 421"/>
                <a:gd name="T25" fmla="*/ 40 h 121"/>
                <a:gd name="T26" fmla="*/ 6 w 421"/>
                <a:gd name="T27" fmla="*/ 47 h 121"/>
                <a:gd name="T28" fmla="*/ 4 w 421"/>
                <a:gd name="T29" fmla="*/ 54 h 121"/>
                <a:gd name="T30" fmla="*/ 2 w 421"/>
                <a:gd name="T31" fmla="*/ 61 h 121"/>
                <a:gd name="T32" fmla="*/ 0 w 421"/>
                <a:gd name="T33" fmla="*/ 67 h 121"/>
                <a:gd name="T34" fmla="*/ 0 w 421"/>
                <a:gd name="T35" fmla="*/ 76 h 121"/>
                <a:gd name="T36" fmla="*/ 0 w 421"/>
                <a:gd name="T37" fmla="*/ 121 h 121"/>
                <a:gd name="T38" fmla="*/ 421 w 421"/>
                <a:gd name="T39" fmla="*/ 121 h 121"/>
                <a:gd name="T40" fmla="*/ 421 w 421"/>
                <a:gd name="T41" fmla="*/ 76 h 121"/>
                <a:gd name="T42" fmla="*/ 421 w 421"/>
                <a:gd name="T43" fmla="*/ 67 h 121"/>
                <a:gd name="T44" fmla="*/ 420 w 421"/>
                <a:gd name="T45" fmla="*/ 61 h 121"/>
                <a:gd name="T46" fmla="*/ 417 w 421"/>
                <a:gd name="T47" fmla="*/ 54 h 121"/>
                <a:gd name="T48" fmla="*/ 415 w 421"/>
                <a:gd name="T49" fmla="*/ 47 h 121"/>
                <a:gd name="T50" fmla="*/ 412 w 421"/>
                <a:gd name="T51" fmla="*/ 40 h 121"/>
                <a:gd name="T52" fmla="*/ 408 w 421"/>
                <a:gd name="T53" fmla="*/ 34 h 121"/>
                <a:gd name="T54" fmla="*/ 403 w 421"/>
                <a:gd name="T55" fmla="*/ 28 h 121"/>
                <a:gd name="T56" fmla="*/ 399 w 421"/>
                <a:gd name="T57" fmla="*/ 22 h 121"/>
                <a:gd name="T58" fmla="*/ 393 w 421"/>
                <a:gd name="T59" fmla="*/ 18 h 121"/>
                <a:gd name="T60" fmla="*/ 387 w 421"/>
                <a:gd name="T61" fmla="*/ 13 h 121"/>
                <a:gd name="T62" fmla="*/ 381 w 421"/>
                <a:gd name="T63" fmla="*/ 10 h 121"/>
                <a:gd name="T64" fmla="*/ 375 w 421"/>
                <a:gd name="T65" fmla="*/ 6 h 121"/>
                <a:gd name="T66" fmla="*/ 368 w 421"/>
                <a:gd name="T67" fmla="*/ 4 h 121"/>
                <a:gd name="T68" fmla="*/ 361 w 421"/>
                <a:gd name="T69" fmla="*/ 3 h 121"/>
                <a:gd name="T70" fmla="*/ 354 w 421"/>
                <a:gd name="T71" fmla="*/ 1 h 121"/>
                <a:gd name="T72" fmla="*/ 346 w 421"/>
                <a:gd name="T73"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1" h="121">
                  <a:moveTo>
                    <a:pt x="346" y="0"/>
                  </a:moveTo>
                  <a:lnTo>
                    <a:pt x="76" y="0"/>
                  </a:lnTo>
                  <a:lnTo>
                    <a:pt x="68" y="1"/>
                  </a:lnTo>
                  <a:lnTo>
                    <a:pt x="61" y="3"/>
                  </a:lnTo>
                  <a:lnTo>
                    <a:pt x="53" y="4"/>
                  </a:lnTo>
                  <a:lnTo>
                    <a:pt x="46" y="6"/>
                  </a:lnTo>
                  <a:lnTo>
                    <a:pt x="40" y="10"/>
                  </a:lnTo>
                  <a:lnTo>
                    <a:pt x="33" y="13"/>
                  </a:lnTo>
                  <a:lnTo>
                    <a:pt x="27" y="18"/>
                  </a:lnTo>
                  <a:lnTo>
                    <a:pt x="22" y="22"/>
                  </a:lnTo>
                  <a:lnTo>
                    <a:pt x="18" y="28"/>
                  </a:lnTo>
                  <a:lnTo>
                    <a:pt x="13" y="34"/>
                  </a:lnTo>
                  <a:lnTo>
                    <a:pt x="10" y="40"/>
                  </a:lnTo>
                  <a:lnTo>
                    <a:pt x="6" y="47"/>
                  </a:lnTo>
                  <a:lnTo>
                    <a:pt x="4" y="54"/>
                  </a:lnTo>
                  <a:lnTo>
                    <a:pt x="2" y="61"/>
                  </a:lnTo>
                  <a:lnTo>
                    <a:pt x="0" y="67"/>
                  </a:lnTo>
                  <a:lnTo>
                    <a:pt x="0" y="76"/>
                  </a:lnTo>
                  <a:lnTo>
                    <a:pt x="0" y="121"/>
                  </a:lnTo>
                  <a:lnTo>
                    <a:pt x="421" y="121"/>
                  </a:lnTo>
                  <a:lnTo>
                    <a:pt x="421" y="76"/>
                  </a:lnTo>
                  <a:lnTo>
                    <a:pt x="421" y="67"/>
                  </a:lnTo>
                  <a:lnTo>
                    <a:pt x="420" y="61"/>
                  </a:lnTo>
                  <a:lnTo>
                    <a:pt x="417" y="54"/>
                  </a:lnTo>
                  <a:lnTo>
                    <a:pt x="415" y="47"/>
                  </a:lnTo>
                  <a:lnTo>
                    <a:pt x="412" y="40"/>
                  </a:lnTo>
                  <a:lnTo>
                    <a:pt x="408" y="34"/>
                  </a:lnTo>
                  <a:lnTo>
                    <a:pt x="403" y="28"/>
                  </a:lnTo>
                  <a:lnTo>
                    <a:pt x="399" y="22"/>
                  </a:lnTo>
                  <a:lnTo>
                    <a:pt x="393" y="18"/>
                  </a:lnTo>
                  <a:lnTo>
                    <a:pt x="387" y="13"/>
                  </a:lnTo>
                  <a:lnTo>
                    <a:pt x="381" y="10"/>
                  </a:lnTo>
                  <a:lnTo>
                    <a:pt x="375" y="6"/>
                  </a:lnTo>
                  <a:lnTo>
                    <a:pt x="368" y="4"/>
                  </a:lnTo>
                  <a:lnTo>
                    <a:pt x="361" y="3"/>
                  </a:lnTo>
                  <a:lnTo>
                    <a:pt x="354" y="1"/>
                  </a:lnTo>
                  <a:lnTo>
                    <a:pt x="34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99" name="Forma libre 4749">
              <a:extLst>
                <a:ext uri="{FF2B5EF4-FFF2-40B4-BE49-F238E27FC236}">
                  <a16:creationId xmlns:a16="http://schemas.microsoft.com/office/drawing/2014/main" id="{2AD4B2ED-3FF5-413A-9E75-6FD5885D478D}"/>
                </a:ext>
              </a:extLst>
            </p:cNvPr>
            <p:cNvSpPr>
              <a:spLocks/>
            </p:cNvSpPr>
            <p:nvPr/>
          </p:nvSpPr>
          <p:spPr bwMode="auto">
            <a:xfrm>
              <a:off x="5053013" y="4137025"/>
              <a:ext cx="134938" cy="85725"/>
            </a:xfrm>
            <a:custGeom>
              <a:avLst/>
              <a:gdLst>
                <a:gd name="T0" fmla="*/ 0 w 421"/>
                <a:gd name="T1" fmla="*/ 194 h 270"/>
                <a:gd name="T2" fmla="*/ 0 w 421"/>
                <a:gd name="T3" fmla="*/ 203 h 270"/>
                <a:gd name="T4" fmla="*/ 1 w 421"/>
                <a:gd name="T5" fmla="*/ 209 h 270"/>
                <a:gd name="T6" fmla="*/ 4 w 421"/>
                <a:gd name="T7" fmla="*/ 218 h 270"/>
                <a:gd name="T8" fmla="*/ 6 w 421"/>
                <a:gd name="T9" fmla="*/ 225 h 270"/>
                <a:gd name="T10" fmla="*/ 9 w 421"/>
                <a:gd name="T11" fmla="*/ 230 h 270"/>
                <a:gd name="T12" fmla="*/ 13 w 421"/>
                <a:gd name="T13" fmla="*/ 237 h 270"/>
                <a:gd name="T14" fmla="*/ 17 w 421"/>
                <a:gd name="T15" fmla="*/ 243 h 270"/>
                <a:gd name="T16" fmla="*/ 22 w 421"/>
                <a:gd name="T17" fmla="*/ 248 h 270"/>
                <a:gd name="T18" fmla="*/ 27 w 421"/>
                <a:gd name="T19" fmla="*/ 252 h 270"/>
                <a:gd name="T20" fmla="*/ 33 w 421"/>
                <a:gd name="T21" fmla="*/ 257 h 270"/>
                <a:gd name="T22" fmla="*/ 39 w 421"/>
                <a:gd name="T23" fmla="*/ 262 h 270"/>
                <a:gd name="T24" fmla="*/ 45 w 421"/>
                <a:gd name="T25" fmla="*/ 264 h 270"/>
                <a:gd name="T26" fmla="*/ 52 w 421"/>
                <a:gd name="T27" fmla="*/ 266 h 270"/>
                <a:gd name="T28" fmla="*/ 60 w 421"/>
                <a:gd name="T29" fmla="*/ 269 h 270"/>
                <a:gd name="T30" fmla="*/ 67 w 421"/>
                <a:gd name="T31" fmla="*/ 270 h 270"/>
                <a:gd name="T32" fmla="*/ 75 w 421"/>
                <a:gd name="T33" fmla="*/ 270 h 270"/>
                <a:gd name="T34" fmla="*/ 345 w 421"/>
                <a:gd name="T35" fmla="*/ 270 h 270"/>
                <a:gd name="T36" fmla="*/ 353 w 421"/>
                <a:gd name="T37" fmla="*/ 270 h 270"/>
                <a:gd name="T38" fmla="*/ 360 w 421"/>
                <a:gd name="T39" fmla="*/ 269 h 270"/>
                <a:gd name="T40" fmla="*/ 367 w 421"/>
                <a:gd name="T41" fmla="*/ 266 h 270"/>
                <a:gd name="T42" fmla="*/ 374 w 421"/>
                <a:gd name="T43" fmla="*/ 264 h 270"/>
                <a:gd name="T44" fmla="*/ 381 w 421"/>
                <a:gd name="T45" fmla="*/ 260 h 270"/>
                <a:gd name="T46" fmla="*/ 387 w 421"/>
                <a:gd name="T47" fmla="*/ 257 h 270"/>
                <a:gd name="T48" fmla="*/ 393 w 421"/>
                <a:gd name="T49" fmla="*/ 252 h 270"/>
                <a:gd name="T50" fmla="*/ 399 w 421"/>
                <a:gd name="T51" fmla="*/ 248 h 270"/>
                <a:gd name="T52" fmla="*/ 403 w 421"/>
                <a:gd name="T53" fmla="*/ 243 h 270"/>
                <a:gd name="T54" fmla="*/ 408 w 421"/>
                <a:gd name="T55" fmla="*/ 237 h 270"/>
                <a:gd name="T56" fmla="*/ 411 w 421"/>
                <a:gd name="T57" fmla="*/ 230 h 270"/>
                <a:gd name="T58" fmla="*/ 415 w 421"/>
                <a:gd name="T59" fmla="*/ 225 h 270"/>
                <a:gd name="T60" fmla="*/ 417 w 421"/>
                <a:gd name="T61" fmla="*/ 218 h 270"/>
                <a:gd name="T62" fmla="*/ 419 w 421"/>
                <a:gd name="T63" fmla="*/ 211 h 270"/>
                <a:gd name="T64" fmla="*/ 421 w 421"/>
                <a:gd name="T65" fmla="*/ 203 h 270"/>
                <a:gd name="T66" fmla="*/ 421 w 421"/>
                <a:gd name="T67" fmla="*/ 196 h 270"/>
                <a:gd name="T68" fmla="*/ 421 w 421"/>
                <a:gd name="T69" fmla="*/ 0 h 270"/>
                <a:gd name="T70" fmla="*/ 0 w 421"/>
                <a:gd name="T71" fmla="*/ 0 h 270"/>
                <a:gd name="T72" fmla="*/ 0 w 421"/>
                <a:gd name="T73" fmla="*/ 194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1" h="270">
                  <a:moveTo>
                    <a:pt x="0" y="194"/>
                  </a:moveTo>
                  <a:lnTo>
                    <a:pt x="0" y="203"/>
                  </a:lnTo>
                  <a:lnTo>
                    <a:pt x="1" y="209"/>
                  </a:lnTo>
                  <a:lnTo>
                    <a:pt x="4" y="218"/>
                  </a:lnTo>
                  <a:lnTo>
                    <a:pt x="6" y="225"/>
                  </a:lnTo>
                  <a:lnTo>
                    <a:pt x="9" y="230"/>
                  </a:lnTo>
                  <a:lnTo>
                    <a:pt x="13" y="237"/>
                  </a:lnTo>
                  <a:lnTo>
                    <a:pt x="17" y="243"/>
                  </a:lnTo>
                  <a:lnTo>
                    <a:pt x="22" y="248"/>
                  </a:lnTo>
                  <a:lnTo>
                    <a:pt x="27" y="252"/>
                  </a:lnTo>
                  <a:lnTo>
                    <a:pt x="33" y="257"/>
                  </a:lnTo>
                  <a:lnTo>
                    <a:pt x="39" y="262"/>
                  </a:lnTo>
                  <a:lnTo>
                    <a:pt x="45" y="264"/>
                  </a:lnTo>
                  <a:lnTo>
                    <a:pt x="52" y="266"/>
                  </a:lnTo>
                  <a:lnTo>
                    <a:pt x="60" y="269"/>
                  </a:lnTo>
                  <a:lnTo>
                    <a:pt x="67" y="270"/>
                  </a:lnTo>
                  <a:lnTo>
                    <a:pt x="75" y="270"/>
                  </a:lnTo>
                  <a:lnTo>
                    <a:pt x="345" y="270"/>
                  </a:lnTo>
                  <a:lnTo>
                    <a:pt x="353" y="270"/>
                  </a:lnTo>
                  <a:lnTo>
                    <a:pt x="360" y="269"/>
                  </a:lnTo>
                  <a:lnTo>
                    <a:pt x="367" y="266"/>
                  </a:lnTo>
                  <a:lnTo>
                    <a:pt x="374" y="264"/>
                  </a:lnTo>
                  <a:lnTo>
                    <a:pt x="381" y="260"/>
                  </a:lnTo>
                  <a:lnTo>
                    <a:pt x="387" y="257"/>
                  </a:lnTo>
                  <a:lnTo>
                    <a:pt x="393" y="252"/>
                  </a:lnTo>
                  <a:lnTo>
                    <a:pt x="399" y="248"/>
                  </a:lnTo>
                  <a:lnTo>
                    <a:pt x="403" y="243"/>
                  </a:lnTo>
                  <a:lnTo>
                    <a:pt x="408" y="237"/>
                  </a:lnTo>
                  <a:lnTo>
                    <a:pt x="411" y="230"/>
                  </a:lnTo>
                  <a:lnTo>
                    <a:pt x="415" y="225"/>
                  </a:lnTo>
                  <a:lnTo>
                    <a:pt x="417" y="218"/>
                  </a:lnTo>
                  <a:lnTo>
                    <a:pt x="419" y="211"/>
                  </a:lnTo>
                  <a:lnTo>
                    <a:pt x="421" y="203"/>
                  </a:lnTo>
                  <a:lnTo>
                    <a:pt x="421" y="196"/>
                  </a:lnTo>
                  <a:lnTo>
                    <a:pt x="421" y="0"/>
                  </a:lnTo>
                  <a:lnTo>
                    <a:pt x="0" y="0"/>
                  </a:lnTo>
                  <a:lnTo>
                    <a:pt x="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00" name="Forma libre 4750">
              <a:extLst>
                <a:ext uri="{FF2B5EF4-FFF2-40B4-BE49-F238E27FC236}">
                  <a16:creationId xmlns:a16="http://schemas.microsoft.com/office/drawing/2014/main" id="{C94F299B-31F2-4CA4-A270-5E5DDD6CEDAA}"/>
                </a:ext>
              </a:extLst>
            </p:cNvPr>
            <p:cNvSpPr>
              <a:spLocks/>
            </p:cNvSpPr>
            <p:nvPr/>
          </p:nvSpPr>
          <p:spPr bwMode="auto">
            <a:xfrm>
              <a:off x="5053013" y="4089400"/>
              <a:ext cx="134938" cy="38100"/>
            </a:xfrm>
            <a:custGeom>
              <a:avLst/>
              <a:gdLst>
                <a:gd name="T0" fmla="*/ 345 w 421"/>
                <a:gd name="T1" fmla="*/ 0 h 121"/>
                <a:gd name="T2" fmla="*/ 75 w 421"/>
                <a:gd name="T3" fmla="*/ 0 h 121"/>
                <a:gd name="T4" fmla="*/ 67 w 421"/>
                <a:gd name="T5" fmla="*/ 1 h 121"/>
                <a:gd name="T6" fmla="*/ 60 w 421"/>
                <a:gd name="T7" fmla="*/ 3 h 121"/>
                <a:gd name="T8" fmla="*/ 52 w 421"/>
                <a:gd name="T9" fmla="*/ 4 h 121"/>
                <a:gd name="T10" fmla="*/ 45 w 421"/>
                <a:gd name="T11" fmla="*/ 6 h 121"/>
                <a:gd name="T12" fmla="*/ 39 w 421"/>
                <a:gd name="T13" fmla="*/ 10 h 121"/>
                <a:gd name="T14" fmla="*/ 33 w 421"/>
                <a:gd name="T15" fmla="*/ 13 h 121"/>
                <a:gd name="T16" fmla="*/ 27 w 421"/>
                <a:gd name="T17" fmla="*/ 18 h 121"/>
                <a:gd name="T18" fmla="*/ 22 w 421"/>
                <a:gd name="T19" fmla="*/ 22 h 121"/>
                <a:gd name="T20" fmla="*/ 17 w 421"/>
                <a:gd name="T21" fmla="*/ 28 h 121"/>
                <a:gd name="T22" fmla="*/ 13 w 421"/>
                <a:gd name="T23" fmla="*/ 34 h 121"/>
                <a:gd name="T24" fmla="*/ 9 w 421"/>
                <a:gd name="T25" fmla="*/ 40 h 121"/>
                <a:gd name="T26" fmla="*/ 6 w 421"/>
                <a:gd name="T27" fmla="*/ 47 h 121"/>
                <a:gd name="T28" fmla="*/ 4 w 421"/>
                <a:gd name="T29" fmla="*/ 54 h 121"/>
                <a:gd name="T30" fmla="*/ 1 w 421"/>
                <a:gd name="T31" fmla="*/ 61 h 121"/>
                <a:gd name="T32" fmla="*/ 0 w 421"/>
                <a:gd name="T33" fmla="*/ 67 h 121"/>
                <a:gd name="T34" fmla="*/ 0 w 421"/>
                <a:gd name="T35" fmla="*/ 76 h 121"/>
                <a:gd name="T36" fmla="*/ 0 w 421"/>
                <a:gd name="T37" fmla="*/ 121 h 121"/>
                <a:gd name="T38" fmla="*/ 421 w 421"/>
                <a:gd name="T39" fmla="*/ 121 h 121"/>
                <a:gd name="T40" fmla="*/ 421 w 421"/>
                <a:gd name="T41" fmla="*/ 76 h 121"/>
                <a:gd name="T42" fmla="*/ 421 w 421"/>
                <a:gd name="T43" fmla="*/ 67 h 121"/>
                <a:gd name="T44" fmla="*/ 419 w 421"/>
                <a:gd name="T45" fmla="*/ 61 h 121"/>
                <a:gd name="T46" fmla="*/ 417 w 421"/>
                <a:gd name="T47" fmla="*/ 54 h 121"/>
                <a:gd name="T48" fmla="*/ 415 w 421"/>
                <a:gd name="T49" fmla="*/ 47 h 121"/>
                <a:gd name="T50" fmla="*/ 411 w 421"/>
                <a:gd name="T51" fmla="*/ 40 h 121"/>
                <a:gd name="T52" fmla="*/ 408 w 421"/>
                <a:gd name="T53" fmla="*/ 34 h 121"/>
                <a:gd name="T54" fmla="*/ 403 w 421"/>
                <a:gd name="T55" fmla="*/ 28 h 121"/>
                <a:gd name="T56" fmla="*/ 399 w 421"/>
                <a:gd name="T57" fmla="*/ 22 h 121"/>
                <a:gd name="T58" fmla="*/ 393 w 421"/>
                <a:gd name="T59" fmla="*/ 18 h 121"/>
                <a:gd name="T60" fmla="*/ 387 w 421"/>
                <a:gd name="T61" fmla="*/ 13 h 121"/>
                <a:gd name="T62" fmla="*/ 381 w 421"/>
                <a:gd name="T63" fmla="*/ 10 h 121"/>
                <a:gd name="T64" fmla="*/ 374 w 421"/>
                <a:gd name="T65" fmla="*/ 6 h 121"/>
                <a:gd name="T66" fmla="*/ 367 w 421"/>
                <a:gd name="T67" fmla="*/ 4 h 121"/>
                <a:gd name="T68" fmla="*/ 360 w 421"/>
                <a:gd name="T69" fmla="*/ 3 h 121"/>
                <a:gd name="T70" fmla="*/ 353 w 421"/>
                <a:gd name="T71" fmla="*/ 1 h 121"/>
                <a:gd name="T72" fmla="*/ 345 w 421"/>
                <a:gd name="T73"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1" h="121">
                  <a:moveTo>
                    <a:pt x="345" y="0"/>
                  </a:moveTo>
                  <a:lnTo>
                    <a:pt x="75" y="0"/>
                  </a:lnTo>
                  <a:lnTo>
                    <a:pt x="67" y="1"/>
                  </a:lnTo>
                  <a:lnTo>
                    <a:pt x="60" y="3"/>
                  </a:lnTo>
                  <a:lnTo>
                    <a:pt x="52" y="4"/>
                  </a:lnTo>
                  <a:lnTo>
                    <a:pt x="45" y="6"/>
                  </a:lnTo>
                  <a:lnTo>
                    <a:pt x="39" y="10"/>
                  </a:lnTo>
                  <a:lnTo>
                    <a:pt x="33" y="13"/>
                  </a:lnTo>
                  <a:lnTo>
                    <a:pt x="27" y="18"/>
                  </a:lnTo>
                  <a:lnTo>
                    <a:pt x="22" y="22"/>
                  </a:lnTo>
                  <a:lnTo>
                    <a:pt x="17" y="28"/>
                  </a:lnTo>
                  <a:lnTo>
                    <a:pt x="13" y="34"/>
                  </a:lnTo>
                  <a:lnTo>
                    <a:pt x="9" y="40"/>
                  </a:lnTo>
                  <a:lnTo>
                    <a:pt x="6" y="47"/>
                  </a:lnTo>
                  <a:lnTo>
                    <a:pt x="4" y="54"/>
                  </a:lnTo>
                  <a:lnTo>
                    <a:pt x="1" y="61"/>
                  </a:lnTo>
                  <a:lnTo>
                    <a:pt x="0" y="67"/>
                  </a:lnTo>
                  <a:lnTo>
                    <a:pt x="0" y="76"/>
                  </a:lnTo>
                  <a:lnTo>
                    <a:pt x="0" y="121"/>
                  </a:lnTo>
                  <a:lnTo>
                    <a:pt x="421" y="121"/>
                  </a:lnTo>
                  <a:lnTo>
                    <a:pt x="421" y="76"/>
                  </a:lnTo>
                  <a:lnTo>
                    <a:pt x="421" y="67"/>
                  </a:lnTo>
                  <a:lnTo>
                    <a:pt x="419" y="61"/>
                  </a:lnTo>
                  <a:lnTo>
                    <a:pt x="417" y="54"/>
                  </a:lnTo>
                  <a:lnTo>
                    <a:pt x="415" y="47"/>
                  </a:lnTo>
                  <a:lnTo>
                    <a:pt x="411" y="40"/>
                  </a:lnTo>
                  <a:lnTo>
                    <a:pt x="408" y="34"/>
                  </a:lnTo>
                  <a:lnTo>
                    <a:pt x="403" y="28"/>
                  </a:lnTo>
                  <a:lnTo>
                    <a:pt x="399" y="22"/>
                  </a:lnTo>
                  <a:lnTo>
                    <a:pt x="393" y="18"/>
                  </a:lnTo>
                  <a:lnTo>
                    <a:pt x="387" y="13"/>
                  </a:lnTo>
                  <a:lnTo>
                    <a:pt x="381" y="10"/>
                  </a:lnTo>
                  <a:lnTo>
                    <a:pt x="374" y="6"/>
                  </a:lnTo>
                  <a:lnTo>
                    <a:pt x="367" y="4"/>
                  </a:lnTo>
                  <a:lnTo>
                    <a:pt x="360" y="3"/>
                  </a:lnTo>
                  <a:lnTo>
                    <a:pt x="353" y="1"/>
                  </a:lnTo>
                  <a:lnTo>
                    <a:pt x="34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grpSp>
      <p:grpSp>
        <p:nvGrpSpPr>
          <p:cNvPr id="101" name="Grupo 100" descr="Icono de teléfono móvil y bocadillo de diálogo.">
            <a:extLst>
              <a:ext uri="{FF2B5EF4-FFF2-40B4-BE49-F238E27FC236}">
                <a16:creationId xmlns:a16="http://schemas.microsoft.com/office/drawing/2014/main" id="{67EBF40E-2836-4B56-82CA-B0AE5592616F}"/>
              </a:ext>
            </a:extLst>
          </p:cNvPr>
          <p:cNvGrpSpPr/>
          <p:nvPr/>
        </p:nvGrpSpPr>
        <p:grpSpPr>
          <a:xfrm>
            <a:off x="6564709" y="1373740"/>
            <a:ext cx="277813" cy="276225"/>
            <a:chOff x="6105525" y="1922463"/>
            <a:chExt cx="277813" cy="276225"/>
          </a:xfrm>
          <a:solidFill>
            <a:schemeClr val="bg1"/>
          </a:solidFill>
        </p:grpSpPr>
        <p:sp>
          <p:nvSpPr>
            <p:cNvPr id="102" name="Forma libre 2023">
              <a:extLst>
                <a:ext uri="{FF2B5EF4-FFF2-40B4-BE49-F238E27FC236}">
                  <a16:creationId xmlns:a16="http://schemas.microsoft.com/office/drawing/2014/main" id="{8A677BB9-7FF5-46F1-AA35-A8280C80A687}"/>
                </a:ext>
              </a:extLst>
            </p:cNvPr>
            <p:cNvSpPr>
              <a:spLocks noEditPoints="1"/>
            </p:cNvSpPr>
            <p:nvPr/>
          </p:nvSpPr>
          <p:spPr bwMode="auto">
            <a:xfrm>
              <a:off x="6105525" y="1960563"/>
              <a:ext cx="96838" cy="47625"/>
            </a:xfrm>
            <a:custGeom>
              <a:avLst/>
              <a:gdLst>
                <a:gd name="T0" fmla="*/ 195 w 303"/>
                <a:gd name="T1" fmla="*/ 105 h 150"/>
                <a:gd name="T2" fmla="*/ 165 w 303"/>
                <a:gd name="T3" fmla="*/ 105 h 150"/>
                <a:gd name="T4" fmla="*/ 162 w 303"/>
                <a:gd name="T5" fmla="*/ 105 h 150"/>
                <a:gd name="T6" fmla="*/ 160 w 303"/>
                <a:gd name="T7" fmla="*/ 104 h 150"/>
                <a:gd name="T8" fmla="*/ 157 w 303"/>
                <a:gd name="T9" fmla="*/ 103 h 150"/>
                <a:gd name="T10" fmla="*/ 155 w 303"/>
                <a:gd name="T11" fmla="*/ 101 h 150"/>
                <a:gd name="T12" fmla="*/ 153 w 303"/>
                <a:gd name="T13" fmla="*/ 98 h 150"/>
                <a:gd name="T14" fmla="*/ 151 w 303"/>
                <a:gd name="T15" fmla="*/ 96 h 150"/>
                <a:gd name="T16" fmla="*/ 151 w 303"/>
                <a:gd name="T17" fmla="*/ 93 h 150"/>
                <a:gd name="T18" fmla="*/ 150 w 303"/>
                <a:gd name="T19" fmla="*/ 90 h 150"/>
                <a:gd name="T20" fmla="*/ 151 w 303"/>
                <a:gd name="T21" fmla="*/ 88 h 150"/>
                <a:gd name="T22" fmla="*/ 151 w 303"/>
                <a:gd name="T23" fmla="*/ 85 h 150"/>
                <a:gd name="T24" fmla="*/ 153 w 303"/>
                <a:gd name="T25" fmla="*/ 82 h 150"/>
                <a:gd name="T26" fmla="*/ 155 w 303"/>
                <a:gd name="T27" fmla="*/ 80 h 150"/>
                <a:gd name="T28" fmla="*/ 157 w 303"/>
                <a:gd name="T29" fmla="*/ 78 h 150"/>
                <a:gd name="T30" fmla="*/ 160 w 303"/>
                <a:gd name="T31" fmla="*/ 77 h 150"/>
                <a:gd name="T32" fmla="*/ 162 w 303"/>
                <a:gd name="T33" fmla="*/ 76 h 150"/>
                <a:gd name="T34" fmla="*/ 165 w 303"/>
                <a:gd name="T35" fmla="*/ 75 h 150"/>
                <a:gd name="T36" fmla="*/ 195 w 303"/>
                <a:gd name="T37" fmla="*/ 75 h 150"/>
                <a:gd name="T38" fmla="*/ 199 w 303"/>
                <a:gd name="T39" fmla="*/ 76 h 150"/>
                <a:gd name="T40" fmla="*/ 202 w 303"/>
                <a:gd name="T41" fmla="*/ 77 h 150"/>
                <a:gd name="T42" fmla="*/ 204 w 303"/>
                <a:gd name="T43" fmla="*/ 78 h 150"/>
                <a:gd name="T44" fmla="*/ 206 w 303"/>
                <a:gd name="T45" fmla="*/ 80 h 150"/>
                <a:gd name="T46" fmla="*/ 208 w 303"/>
                <a:gd name="T47" fmla="*/ 82 h 150"/>
                <a:gd name="T48" fmla="*/ 209 w 303"/>
                <a:gd name="T49" fmla="*/ 85 h 150"/>
                <a:gd name="T50" fmla="*/ 210 w 303"/>
                <a:gd name="T51" fmla="*/ 88 h 150"/>
                <a:gd name="T52" fmla="*/ 210 w 303"/>
                <a:gd name="T53" fmla="*/ 90 h 150"/>
                <a:gd name="T54" fmla="*/ 210 w 303"/>
                <a:gd name="T55" fmla="*/ 93 h 150"/>
                <a:gd name="T56" fmla="*/ 209 w 303"/>
                <a:gd name="T57" fmla="*/ 96 h 150"/>
                <a:gd name="T58" fmla="*/ 208 w 303"/>
                <a:gd name="T59" fmla="*/ 98 h 150"/>
                <a:gd name="T60" fmla="*/ 206 w 303"/>
                <a:gd name="T61" fmla="*/ 101 h 150"/>
                <a:gd name="T62" fmla="*/ 204 w 303"/>
                <a:gd name="T63" fmla="*/ 103 h 150"/>
                <a:gd name="T64" fmla="*/ 202 w 303"/>
                <a:gd name="T65" fmla="*/ 104 h 150"/>
                <a:gd name="T66" fmla="*/ 199 w 303"/>
                <a:gd name="T67" fmla="*/ 105 h 150"/>
                <a:gd name="T68" fmla="*/ 195 w 303"/>
                <a:gd name="T69" fmla="*/ 105 h 150"/>
                <a:gd name="T70" fmla="*/ 195 w 303"/>
                <a:gd name="T71" fmla="*/ 105 h 150"/>
                <a:gd name="T72" fmla="*/ 300 w 303"/>
                <a:gd name="T73" fmla="*/ 135 h 150"/>
                <a:gd name="T74" fmla="*/ 300 w 303"/>
                <a:gd name="T75" fmla="*/ 0 h 150"/>
                <a:gd name="T76" fmla="*/ 90 w 303"/>
                <a:gd name="T77" fmla="*/ 0 h 150"/>
                <a:gd name="T78" fmla="*/ 82 w 303"/>
                <a:gd name="T79" fmla="*/ 1 h 150"/>
                <a:gd name="T80" fmla="*/ 72 w 303"/>
                <a:gd name="T81" fmla="*/ 2 h 150"/>
                <a:gd name="T82" fmla="*/ 63 w 303"/>
                <a:gd name="T83" fmla="*/ 4 h 150"/>
                <a:gd name="T84" fmla="*/ 55 w 303"/>
                <a:gd name="T85" fmla="*/ 7 h 150"/>
                <a:gd name="T86" fmla="*/ 47 w 303"/>
                <a:gd name="T87" fmla="*/ 10 h 150"/>
                <a:gd name="T88" fmla="*/ 40 w 303"/>
                <a:gd name="T89" fmla="*/ 15 h 150"/>
                <a:gd name="T90" fmla="*/ 32 w 303"/>
                <a:gd name="T91" fmla="*/ 20 h 150"/>
                <a:gd name="T92" fmla="*/ 27 w 303"/>
                <a:gd name="T93" fmla="*/ 27 h 150"/>
                <a:gd name="T94" fmla="*/ 20 w 303"/>
                <a:gd name="T95" fmla="*/ 33 h 150"/>
                <a:gd name="T96" fmla="*/ 15 w 303"/>
                <a:gd name="T97" fmla="*/ 39 h 150"/>
                <a:gd name="T98" fmla="*/ 11 w 303"/>
                <a:gd name="T99" fmla="*/ 47 h 150"/>
                <a:gd name="T100" fmla="*/ 8 w 303"/>
                <a:gd name="T101" fmla="*/ 54 h 150"/>
                <a:gd name="T102" fmla="*/ 4 w 303"/>
                <a:gd name="T103" fmla="*/ 63 h 150"/>
                <a:gd name="T104" fmla="*/ 2 w 303"/>
                <a:gd name="T105" fmla="*/ 72 h 150"/>
                <a:gd name="T106" fmla="*/ 1 w 303"/>
                <a:gd name="T107" fmla="*/ 81 h 150"/>
                <a:gd name="T108" fmla="*/ 0 w 303"/>
                <a:gd name="T109" fmla="*/ 90 h 150"/>
                <a:gd name="T110" fmla="*/ 0 w 303"/>
                <a:gd name="T111" fmla="*/ 150 h 150"/>
                <a:gd name="T112" fmla="*/ 303 w 303"/>
                <a:gd name="T113" fmla="*/ 150 h 150"/>
                <a:gd name="T114" fmla="*/ 301 w 303"/>
                <a:gd name="T115" fmla="*/ 144 h 150"/>
                <a:gd name="T116" fmla="*/ 300 w 303"/>
                <a:gd name="T117" fmla="*/ 135 h 150"/>
                <a:gd name="T118" fmla="*/ 300 w 303"/>
                <a:gd name="T119" fmla="*/ 13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03" h="150">
                  <a:moveTo>
                    <a:pt x="195" y="105"/>
                  </a:moveTo>
                  <a:lnTo>
                    <a:pt x="165" y="105"/>
                  </a:lnTo>
                  <a:lnTo>
                    <a:pt x="162" y="105"/>
                  </a:lnTo>
                  <a:lnTo>
                    <a:pt x="160" y="104"/>
                  </a:lnTo>
                  <a:lnTo>
                    <a:pt x="157" y="103"/>
                  </a:lnTo>
                  <a:lnTo>
                    <a:pt x="155" y="101"/>
                  </a:lnTo>
                  <a:lnTo>
                    <a:pt x="153" y="98"/>
                  </a:lnTo>
                  <a:lnTo>
                    <a:pt x="151" y="96"/>
                  </a:lnTo>
                  <a:lnTo>
                    <a:pt x="151" y="93"/>
                  </a:lnTo>
                  <a:lnTo>
                    <a:pt x="150" y="90"/>
                  </a:lnTo>
                  <a:lnTo>
                    <a:pt x="151" y="88"/>
                  </a:lnTo>
                  <a:lnTo>
                    <a:pt x="151" y="85"/>
                  </a:lnTo>
                  <a:lnTo>
                    <a:pt x="153" y="82"/>
                  </a:lnTo>
                  <a:lnTo>
                    <a:pt x="155" y="80"/>
                  </a:lnTo>
                  <a:lnTo>
                    <a:pt x="157" y="78"/>
                  </a:lnTo>
                  <a:lnTo>
                    <a:pt x="160" y="77"/>
                  </a:lnTo>
                  <a:lnTo>
                    <a:pt x="162" y="76"/>
                  </a:lnTo>
                  <a:lnTo>
                    <a:pt x="165" y="75"/>
                  </a:lnTo>
                  <a:lnTo>
                    <a:pt x="195" y="75"/>
                  </a:lnTo>
                  <a:lnTo>
                    <a:pt x="199" y="76"/>
                  </a:lnTo>
                  <a:lnTo>
                    <a:pt x="202" y="77"/>
                  </a:lnTo>
                  <a:lnTo>
                    <a:pt x="204" y="78"/>
                  </a:lnTo>
                  <a:lnTo>
                    <a:pt x="206" y="80"/>
                  </a:lnTo>
                  <a:lnTo>
                    <a:pt x="208" y="82"/>
                  </a:lnTo>
                  <a:lnTo>
                    <a:pt x="209" y="85"/>
                  </a:lnTo>
                  <a:lnTo>
                    <a:pt x="210" y="88"/>
                  </a:lnTo>
                  <a:lnTo>
                    <a:pt x="210" y="90"/>
                  </a:lnTo>
                  <a:lnTo>
                    <a:pt x="210" y="93"/>
                  </a:lnTo>
                  <a:lnTo>
                    <a:pt x="209" y="96"/>
                  </a:lnTo>
                  <a:lnTo>
                    <a:pt x="208" y="98"/>
                  </a:lnTo>
                  <a:lnTo>
                    <a:pt x="206" y="101"/>
                  </a:lnTo>
                  <a:lnTo>
                    <a:pt x="204" y="103"/>
                  </a:lnTo>
                  <a:lnTo>
                    <a:pt x="202" y="104"/>
                  </a:lnTo>
                  <a:lnTo>
                    <a:pt x="199" y="105"/>
                  </a:lnTo>
                  <a:lnTo>
                    <a:pt x="195" y="105"/>
                  </a:lnTo>
                  <a:lnTo>
                    <a:pt x="195" y="105"/>
                  </a:lnTo>
                  <a:close/>
                  <a:moveTo>
                    <a:pt x="300" y="135"/>
                  </a:moveTo>
                  <a:lnTo>
                    <a:pt x="300" y="0"/>
                  </a:lnTo>
                  <a:lnTo>
                    <a:pt x="90" y="0"/>
                  </a:lnTo>
                  <a:lnTo>
                    <a:pt x="82" y="1"/>
                  </a:lnTo>
                  <a:lnTo>
                    <a:pt x="72" y="2"/>
                  </a:lnTo>
                  <a:lnTo>
                    <a:pt x="63" y="4"/>
                  </a:lnTo>
                  <a:lnTo>
                    <a:pt x="55" y="7"/>
                  </a:lnTo>
                  <a:lnTo>
                    <a:pt x="47" y="10"/>
                  </a:lnTo>
                  <a:lnTo>
                    <a:pt x="40" y="15"/>
                  </a:lnTo>
                  <a:lnTo>
                    <a:pt x="32" y="20"/>
                  </a:lnTo>
                  <a:lnTo>
                    <a:pt x="27" y="27"/>
                  </a:lnTo>
                  <a:lnTo>
                    <a:pt x="20" y="33"/>
                  </a:lnTo>
                  <a:lnTo>
                    <a:pt x="15" y="39"/>
                  </a:lnTo>
                  <a:lnTo>
                    <a:pt x="11" y="47"/>
                  </a:lnTo>
                  <a:lnTo>
                    <a:pt x="8" y="54"/>
                  </a:lnTo>
                  <a:lnTo>
                    <a:pt x="4" y="63"/>
                  </a:lnTo>
                  <a:lnTo>
                    <a:pt x="2" y="72"/>
                  </a:lnTo>
                  <a:lnTo>
                    <a:pt x="1" y="81"/>
                  </a:lnTo>
                  <a:lnTo>
                    <a:pt x="0" y="90"/>
                  </a:lnTo>
                  <a:lnTo>
                    <a:pt x="0" y="150"/>
                  </a:lnTo>
                  <a:lnTo>
                    <a:pt x="303" y="150"/>
                  </a:lnTo>
                  <a:lnTo>
                    <a:pt x="301" y="144"/>
                  </a:lnTo>
                  <a:lnTo>
                    <a:pt x="300" y="135"/>
                  </a:lnTo>
                  <a:lnTo>
                    <a:pt x="300"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03" name="Forma libre 2024">
              <a:extLst>
                <a:ext uri="{FF2B5EF4-FFF2-40B4-BE49-F238E27FC236}">
                  <a16:creationId xmlns:a16="http://schemas.microsoft.com/office/drawing/2014/main" id="{A089C24C-3669-4556-BCE2-1150BE6C011A}"/>
                </a:ext>
              </a:extLst>
            </p:cNvPr>
            <p:cNvSpPr>
              <a:spLocks noEditPoints="1"/>
            </p:cNvSpPr>
            <p:nvPr/>
          </p:nvSpPr>
          <p:spPr bwMode="auto">
            <a:xfrm>
              <a:off x="6105525" y="2151063"/>
              <a:ext cx="142875" cy="47625"/>
            </a:xfrm>
            <a:custGeom>
              <a:avLst/>
              <a:gdLst>
                <a:gd name="T0" fmla="*/ 231 w 451"/>
                <a:gd name="T1" fmla="*/ 25 h 150"/>
                <a:gd name="T2" fmla="*/ 242 w 451"/>
                <a:gd name="T3" fmla="*/ 31 h 150"/>
                <a:gd name="T4" fmla="*/ 252 w 451"/>
                <a:gd name="T5" fmla="*/ 39 h 150"/>
                <a:gd name="T6" fmla="*/ 258 w 451"/>
                <a:gd name="T7" fmla="*/ 52 h 150"/>
                <a:gd name="T8" fmla="*/ 258 w 451"/>
                <a:gd name="T9" fmla="*/ 65 h 150"/>
                <a:gd name="T10" fmla="*/ 252 w 451"/>
                <a:gd name="T11" fmla="*/ 78 h 150"/>
                <a:gd name="T12" fmla="*/ 242 w 451"/>
                <a:gd name="T13" fmla="*/ 86 h 150"/>
                <a:gd name="T14" fmla="*/ 231 w 451"/>
                <a:gd name="T15" fmla="*/ 92 h 150"/>
                <a:gd name="T16" fmla="*/ 217 w 451"/>
                <a:gd name="T17" fmla="*/ 92 h 150"/>
                <a:gd name="T18" fmla="*/ 205 w 451"/>
                <a:gd name="T19" fmla="*/ 86 h 150"/>
                <a:gd name="T20" fmla="*/ 195 w 451"/>
                <a:gd name="T21" fmla="*/ 78 h 150"/>
                <a:gd name="T22" fmla="*/ 190 w 451"/>
                <a:gd name="T23" fmla="*/ 66 h 150"/>
                <a:gd name="T24" fmla="*/ 190 w 451"/>
                <a:gd name="T25" fmla="*/ 52 h 150"/>
                <a:gd name="T26" fmla="*/ 195 w 451"/>
                <a:gd name="T27" fmla="*/ 39 h 150"/>
                <a:gd name="T28" fmla="*/ 205 w 451"/>
                <a:gd name="T29" fmla="*/ 31 h 150"/>
                <a:gd name="T30" fmla="*/ 217 w 451"/>
                <a:gd name="T31" fmla="*/ 25 h 150"/>
                <a:gd name="T32" fmla="*/ 224 w 451"/>
                <a:gd name="T33" fmla="*/ 24 h 150"/>
                <a:gd name="T34" fmla="*/ 1 w 451"/>
                <a:gd name="T35" fmla="*/ 68 h 150"/>
                <a:gd name="T36" fmla="*/ 4 w 451"/>
                <a:gd name="T37" fmla="*/ 85 h 150"/>
                <a:gd name="T38" fmla="*/ 11 w 451"/>
                <a:gd name="T39" fmla="*/ 102 h 150"/>
                <a:gd name="T40" fmla="*/ 20 w 451"/>
                <a:gd name="T41" fmla="*/ 116 h 150"/>
                <a:gd name="T42" fmla="*/ 33 w 451"/>
                <a:gd name="T43" fmla="*/ 129 h 150"/>
                <a:gd name="T44" fmla="*/ 47 w 451"/>
                <a:gd name="T45" fmla="*/ 139 h 150"/>
                <a:gd name="T46" fmla="*/ 63 w 451"/>
                <a:gd name="T47" fmla="*/ 145 h 150"/>
                <a:gd name="T48" fmla="*/ 82 w 451"/>
                <a:gd name="T49" fmla="*/ 149 h 150"/>
                <a:gd name="T50" fmla="*/ 360 w 451"/>
                <a:gd name="T51" fmla="*/ 150 h 150"/>
                <a:gd name="T52" fmla="*/ 379 w 451"/>
                <a:gd name="T53" fmla="*/ 148 h 150"/>
                <a:gd name="T54" fmla="*/ 395 w 451"/>
                <a:gd name="T55" fmla="*/ 143 h 150"/>
                <a:gd name="T56" fmla="*/ 409 w 451"/>
                <a:gd name="T57" fmla="*/ 135 h 150"/>
                <a:gd name="T58" fmla="*/ 422 w 451"/>
                <a:gd name="T59" fmla="*/ 124 h 150"/>
                <a:gd name="T60" fmla="*/ 433 w 451"/>
                <a:gd name="T61" fmla="*/ 111 h 150"/>
                <a:gd name="T62" fmla="*/ 442 w 451"/>
                <a:gd name="T63" fmla="*/ 96 h 150"/>
                <a:gd name="T64" fmla="*/ 447 w 451"/>
                <a:gd name="T65" fmla="*/ 79 h 150"/>
                <a:gd name="T66" fmla="*/ 451 w 451"/>
                <a:gd name="T67" fmla="*/ 60 h 150"/>
                <a:gd name="T68" fmla="*/ 0 w 451"/>
                <a:gd name="T69"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51" h="150">
                  <a:moveTo>
                    <a:pt x="224" y="24"/>
                  </a:moveTo>
                  <a:lnTo>
                    <a:pt x="231" y="25"/>
                  </a:lnTo>
                  <a:lnTo>
                    <a:pt x="237" y="27"/>
                  </a:lnTo>
                  <a:lnTo>
                    <a:pt x="242" y="31"/>
                  </a:lnTo>
                  <a:lnTo>
                    <a:pt x="248" y="35"/>
                  </a:lnTo>
                  <a:lnTo>
                    <a:pt x="252" y="39"/>
                  </a:lnTo>
                  <a:lnTo>
                    <a:pt x="255" y="46"/>
                  </a:lnTo>
                  <a:lnTo>
                    <a:pt x="258" y="52"/>
                  </a:lnTo>
                  <a:lnTo>
                    <a:pt x="258" y="59"/>
                  </a:lnTo>
                  <a:lnTo>
                    <a:pt x="258" y="65"/>
                  </a:lnTo>
                  <a:lnTo>
                    <a:pt x="255" y="71"/>
                  </a:lnTo>
                  <a:lnTo>
                    <a:pt x="252" y="78"/>
                  </a:lnTo>
                  <a:lnTo>
                    <a:pt x="248" y="83"/>
                  </a:lnTo>
                  <a:lnTo>
                    <a:pt x="242" y="86"/>
                  </a:lnTo>
                  <a:lnTo>
                    <a:pt x="237" y="90"/>
                  </a:lnTo>
                  <a:lnTo>
                    <a:pt x="231" y="92"/>
                  </a:lnTo>
                  <a:lnTo>
                    <a:pt x="224" y="93"/>
                  </a:lnTo>
                  <a:lnTo>
                    <a:pt x="217" y="92"/>
                  </a:lnTo>
                  <a:lnTo>
                    <a:pt x="210" y="90"/>
                  </a:lnTo>
                  <a:lnTo>
                    <a:pt x="205" y="86"/>
                  </a:lnTo>
                  <a:lnTo>
                    <a:pt x="200" y="83"/>
                  </a:lnTo>
                  <a:lnTo>
                    <a:pt x="195" y="78"/>
                  </a:lnTo>
                  <a:lnTo>
                    <a:pt x="192" y="71"/>
                  </a:lnTo>
                  <a:lnTo>
                    <a:pt x="190" y="66"/>
                  </a:lnTo>
                  <a:lnTo>
                    <a:pt x="190" y="59"/>
                  </a:lnTo>
                  <a:lnTo>
                    <a:pt x="190" y="52"/>
                  </a:lnTo>
                  <a:lnTo>
                    <a:pt x="192" y="46"/>
                  </a:lnTo>
                  <a:lnTo>
                    <a:pt x="195" y="39"/>
                  </a:lnTo>
                  <a:lnTo>
                    <a:pt x="200" y="35"/>
                  </a:lnTo>
                  <a:lnTo>
                    <a:pt x="205" y="31"/>
                  </a:lnTo>
                  <a:lnTo>
                    <a:pt x="210" y="27"/>
                  </a:lnTo>
                  <a:lnTo>
                    <a:pt x="217" y="25"/>
                  </a:lnTo>
                  <a:lnTo>
                    <a:pt x="224" y="24"/>
                  </a:lnTo>
                  <a:lnTo>
                    <a:pt x="224" y="24"/>
                  </a:lnTo>
                  <a:close/>
                  <a:moveTo>
                    <a:pt x="0" y="59"/>
                  </a:moveTo>
                  <a:lnTo>
                    <a:pt x="1" y="68"/>
                  </a:lnTo>
                  <a:lnTo>
                    <a:pt x="2" y="77"/>
                  </a:lnTo>
                  <a:lnTo>
                    <a:pt x="4" y="85"/>
                  </a:lnTo>
                  <a:lnTo>
                    <a:pt x="8" y="94"/>
                  </a:lnTo>
                  <a:lnTo>
                    <a:pt x="11" y="102"/>
                  </a:lnTo>
                  <a:lnTo>
                    <a:pt x="16" y="109"/>
                  </a:lnTo>
                  <a:lnTo>
                    <a:pt x="20" y="116"/>
                  </a:lnTo>
                  <a:lnTo>
                    <a:pt x="27" y="123"/>
                  </a:lnTo>
                  <a:lnTo>
                    <a:pt x="33" y="129"/>
                  </a:lnTo>
                  <a:lnTo>
                    <a:pt x="40" y="134"/>
                  </a:lnTo>
                  <a:lnTo>
                    <a:pt x="47" y="139"/>
                  </a:lnTo>
                  <a:lnTo>
                    <a:pt x="56" y="142"/>
                  </a:lnTo>
                  <a:lnTo>
                    <a:pt x="63" y="145"/>
                  </a:lnTo>
                  <a:lnTo>
                    <a:pt x="72" y="148"/>
                  </a:lnTo>
                  <a:lnTo>
                    <a:pt x="82" y="149"/>
                  </a:lnTo>
                  <a:lnTo>
                    <a:pt x="90" y="150"/>
                  </a:lnTo>
                  <a:lnTo>
                    <a:pt x="360" y="150"/>
                  </a:lnTo>
                  <a:lnTo>
                    <a:pt x="370" y="149"/>
                  </a:lnTo>
                  <a:lnTo>
                    <a:pt x="379" y="148"/>
                  </a:lnTo>
                  <a:lnTo>
                    <a:pt x="386" y="145"/>
                  </a:lnTo>
                  <a:lnTo>
                    <a:pt x="395" y="143"/>
                  </a:lnTo>
                  <a:lnTo>
                    <a:pt x="402" y="139"/>
                  </a:lnTo>
                  <a:lnTo>
                    <a:pt x="409" y="135"/>
                  </a:lnTo>
                  <a:lnTo>
                    <a:pt x="415" y="130"/>
                  </a:lnTo>
                  <a:lnTo>
                    <a:pt x="422" y="124"/>
                  </a:lnTo>
                  <a:lnTo>
                    <a:pt x="428" y="117"/>
                  </a:lnTo>
                  <a:lnTo>
                    <a:pt x="433" y="111"/>
                  </a:lnTo>
                  <a:lnTo>
                    <a:pt x="438" y="104"/>
                  </a:lnTo>
                  <a:lnTo>
                    <a:pt x="442" y="96"/>
                  </a:lnTo>
                  <a:lnTo>
                    <a:pt x="445" y="87"/>
                  </a:lnTo>
                  <a:lnTo>
                    <a:pt x="447" y="79"/>
                  </a:lnTo>
                  <a:lnTo>
                    <a:pt x="449" y="69"/>
                  </a:lnTo>
                  <a:lnTo>
                    <a:pt x="451" y="60"/>
                  </a:lnTo>
                  <a:lnTo>
                    <a:pt x="451" y="0"/>
                  </a:lnTo>
                  <a:lnTo>
                    <a:pt x="0" y="0"/>
                  </a:lnTo>
                  <a:lnTo>
                    <a:pt x="0"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04" name="Forma libre 2025">
              <a:extLst>
                <a:ext uri="{FF2B5EF4-FFF2-40B4-BE49-F238E27FC236}">
                  <a16:creationId xmlns:a16="http://schemas.microsoft.com/office/drawing/2014/main" id="{AD44BCFE-381C-4084-BB3E-AC4E2D2DE4A0}"/>
                </a:ext>
              </a:extLst>
            </p:cNvPr>
            <p:cNvSpPr>
              <a:spLocks/>
            </p:cNvSpPr>
            <p:nvPr/>
          </p:nvSpPr>
          <p:spPr bwMode="auto">
            <a:xfrm>
              <a:off x="6105525" y="2017713"/>
              <a:ext cx="142875" cy="123825"/>
            </a:xfrm>
            <a:custGeom>
              <a:avLst/>
              <a:gdLst>
                <a:gd name="T0" fmla="*/ 318 w 451"/>
                <a:gd name="T1" fmla="*/ 0 h 390"/>
                <a:gd name="T2" fmla="*/ 30 w 451"/>
                <a:gd name="T3" fmla="*/ 0 h 390"/>
                <a:gd name="T4" fmla="*/ 0 w 451"/>
                <a:gd name="T5" fmla="*/ 0 h 390"/>
                <a:gd name="T6" fmla="*/ 0 w 451"/>
                <a:gd name="T7" fmla="*/ 390 h 390"/>
                <a:gd name="T8" fmla="*/ 451 w 451"/>
                <a:gd name="T9" fmla="*/ 390 h 390"/>
                <a:gd name="T10" fmla="*/ 451 w 451"/>
                <a:gd name="T11" fmla="*/ 30 h 390"/>
                <a:gd name="T12" fmla="*/ 375 w 451"/>
                <a:gd name="T13" fmla="*/ 30 h 390"/>
                <a:gd name="T14" fmla="*/ 367 w 451"/>
                <a:gd name="T15" fmla="*/ 29 h 390"/>
                <a:gd name="T16" fmla="*/ 359 w 451"/>
                <a:gd name="T17" fmla="*/ 27 h 390"/>
                <a:gd name="T18" fmla="*/ 351 w 451"/>
                <a:gd name="T19" fmla="*/ 25 h 390"/>
                <a:gd name="T20" fmla="*/ 343 w 451"/>
                <a:gd name="T21" fmla="*/ 21 h 390"/>
                <a:gd name="T22" fmla="*/ 336 w 451"/>
                <a:gd name="T23" fmla="*/ 17 h 390"/>
                <a:gd name="T24" fmla="*/ 329 w 451"/>
                <a:gd name="T25" fmla="*/ 12 h 390"/>
                <a:gd name="T26" fmla="*/ 323 w 451"/>
                <a:gd name="T27" fmla="*/ 6 h 390"/>
                <a:gd name="T28" fmla="*/ 318 w 451"/>
                <a:gd name="T29" fmla="*/ 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1" h="390">
                  <a:moveTo>
                    <a:pt x="318" y="0"/>
                  </a:moveTo>
                  <a:lnTo>
                    <a:pt x="30" y="0"/>
                  </a:lnTo>
                  <a:lnTo>
                    <a:pt x="0" y="0"/>
                  </a:lnTo>
                  <a:lnTo>
                    <a:pt x="0" y="390"/>
                  </a:lnTo>
                  <a:lnTo>
                    <a:pt x="451" y="390"/>
                  </a:lnTo>
                  <a:lnTo>
                    <a:pt x="451" y="30"/>
                  </a:lnTo>
                  <a:lnTo>
                    <a:pt x="375" y="30"/>
                  </a:lnTo>
                  <a:lnTo>
                    <a:pt x="367" y="29"/>
                  </a:lnTo>
                  <a:lnTo>
                    <a:pt x="359" y="27"/>
                  </a:lnTo>
                  <a:lnTo>
                    <a:pt x="351" y="25"/>
                  </a:lnTo>
                  <a:lnTo>
                    <a:pt x="343" y="21"/>
                  </a:lnTo>
                  <a:lnTo>
                    <a:pt x="336" y="17"/>
                  </a:lnTo>
                  <a:lnTo>
                    <a:pt x="329" y="12"/>
                  </a:lnTo>
                  <a:lnTo>
                    <a:pt x="323" y="6"/>
                  </a:lnTo>
                  <a:lnTo>
                    <a:pt x="3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05" name="Forma libre 2026">
              <a:extLst>
                <a:ext uri="{FF2B5EF4-FFF2-40B4-BE49-F238E27FC236}">
                  <a16:creationId xmlns:a16="http://schemas.microsoft.com/office/drawing/2014/main" id="{53FDEEB6-B7E5-4317-BF5C-105279C6C66B}"/>
                </a:ext>
              </a:extLst>
            </p:cNvPr>
            <p:cNvSpPr>
              <a:spLocks noEditPoints="1"/>
            </p:cNvSpPr>
            <p:nvPr/>
          </p:nvSpPr>
          <p:spPr bwMode="auto">
            <a:xfrm>
              <a:off x="6210300" y="1922463"/>
              <a:ext cx="173038" cy="127000"/>
            </a:xfrm>
            <a:custGeom>
              <a:avLst/>
              <a:gdLst>
                <a:gd name="T0" fmla="*/ 360 w 542"/>
                <a:gd name="T1" fmla="*/ 172 h 400"/>
                <a:gd name="T2" fmla="*/ 351 w 542"/>
                <a:gd name="T3" fmla="*/ 166 h 400"/>
                <a:gd name="T4" fmla="*/ 348 w 542"/>
                <a:gd name="T5" fmla="*/ 155 h 400"/>
                <a:gd name="T6" fmla="*/ 351 w 542"/>
                <a:gd name="T7" fmla="*/ 144 h 400"/>
                <a:gd name="T8" fmla="*/ 360 w 542"/>
                <a:gd name="T9" fmla="*/ 138 h 400"/>
                <a:gd name="T10" fmla="*/ 372 w 542"/>
                <a:gd name="T11" fmla="*/ 137 h 400"/>
                <a:gd name="T12" fmla="*/ 381 w 542"/>
                <a:gd name="T13" fmla="*/ 142 h 400"/>
                <a:gd name="T14" fmla="*/ 385 w 542"/>
                <a:gd name="T15" fmla="*/ 152 h 400"/>
                <a:gd name="T16" fmla="*/ 384 w 542"/>
                <a:gd name="T17" fmla="*/ 163 h 400"/>
                <a:gd name="T18" fmla="*/ 378 w 542"/>
                <a:gd name="T19" fmla="*/ 171 h 400"/>
                <a:gd name="T20" fmla="*/ 367 w 542"/>
                <a:gd name="T21" fmla="*/ 174 h 400"/>
                <a:gd name="T22" fmla="*/ 269 w 542"/>
                <a:gd name="T23" fmla="*/ 174 h 400"/>
                <a:gd name="T24" fmla="*/ 259 w 542"/>
                <a:gd name="T25" fmla="*/ 169 h 400"/>
                <a:gd name="T26" fmla="*/ 254 w 542"/>
                <a:gd name="T27" fmla="*/ 159 h 400"/>
                <a:gd name="T28" fmla="*/ 256 w 542"/>
                <a:gd name="T29" fmla="*/ 148 h 400"/>
                <a:gd name="T30" fmla="*/ 262 w 542"/>
                <a:gd name="T31" fmla="*/ 140 h 400"/>
                <a:gd name="T32" fmla="*/ 273 w 542"/>
                <a:gd name="T33" fmla="*/ 137 h 400"/>
                <a:gd name="T34" fmla="*/ 284 w 542"/>
                <a:gd name="T35" fmla="*/ 140 h 400"/>
                <a:gd name="T36" fmla="*/ 290 w 542"/>
                <a:gd name="T37" fmla="*/ 148 h 400"/>
                <a:gd name="T38" fmla="*/ 291 w 542"/>
                <a:gd name="T39" fmla="*/ 159 h 400"/>
                <a:gd name="T40" fmla="*/ 286 w 542"/>
                <a:gd name="T41" fmla="*/ 169 h 400"/>
                <a:gd name="T42" fmla="*/ 276 w 542"/>
                <a:gd name="T43" fmla="*/ 174 h 400"/>
                <a:gd name="T44" fmla="*/ 177 w 542"/>
                <a:gd name="T45" fmla="*/ 174 h 400"/>
                <a:gd name="T46" fmla="*/ 168 w 542"/>
                <a:gd name="T47" fmla="*/ 171 h 400"/>
                <a:gd name="T48" fmla="*/ 160 w 542"/>
                <a:gd name="T49" fmla="*/ 163 h 400"/>
                <a:gd name="T50" fmla="*/ 159 w 542"/>
                <a:gd name="T51" fmla="*/ 152 h 400"/>
                <a:gd name="T52" fmla="*/ 165 w 542"/>
                <a:gd name="T53" fmla="*/ 142 h 400"/>
                <a:gd name="T54" fmla="*/ 174 w 542"/>
                <a:gd name="T55" fmla="*/ 137 h 400"/>
                <a:gd name="T56" fmla="*/ 185 w 542"/>
                <a:gd name="T57" fmla="*/ 138 h 400"/>
                <a:gd name="T58" fmla="*/ 193 w 542"/>
                <a:gd name="T59" fmla="*/ 144 h 400"/>
                <a:gd name="T60" fmla="*/ 197 w 542"/>
                <a:gd name="T61" fmla="*/ 155 h 400"/>
                <a:gd name="T62" fmla="*/ 193 w 542"/>
                <a:gd name="T63" fmla="*/ 166 h 400"/>
                <a:gd name="T64" fmla="*/ 185 w 542"/>
                <a:gd name="T65" fmla="*/ 173 h 400"/>
                <a:gd name="T66" fmla="*/ 177 w 542"/>
                <a:gd name="T67" fmla="*/ 174 h 400"/>
                <a:gd name="T68" fmla="*/ 37 w 542"/>
                <a:gd name="T69" fmla="*/ 1 h 400"/>
                <a:gd name="T70" fmla="*/ 14 w 542"/>
                <a:gd name="T71" fmla="*/ 14 h 400"/>
                <a:gd name="T72" fmla="*/ 2 w 542"/>
                <a:gd name="T73" fmla="*/ 36 h 400"/>
                <a:gd name="T74" fmla="*/ 2 w 542"/>
                <a:gd name="T75" fmla="*/ 264 h 400"/>
                <a:gd name="T76" fmla="*/ 14 w 542"/>
                <a:gd name="T77" fmla="*/ 287 h 400"/>
                <a:gd name="T78" fmla="*/ 37 w 542"/>
                <a:gd name="T79" fmla="*/ 300 h 400"/>
                <a:gd name="T80" fmla="*/ 91 w 542"/>
                <a:gd name="T81" fmla="*/ 301 h 400"/>
                <a:gd name="T82" fmla="*/ 172 w 542"/>
                <a:gd name="T83" fmla="*/ 302 h 400"/>
                <a:gd name="T84" fmla="*/ 178 w 542"/>
                <a:gd name="T85" fmla="*/ 307 h 400"/>
                <a:gd name="T86" fmla="*/ 182 w 542"/>
                <a:gd name="T87" fmla="*/ 316 h 400"/>
                <a:gd name="T88" fmla="*/ 280 w 542"/>
                <a:gd name="T89" fmla="*/ 303 h 400"/>
                <a:gd name="T90" fmla="*/ 288 w 542"/>
                <a:gd name="T91" fmla="*/ 301 h 400"/>
                <a:gd name="T92" fmla="*/ 513 w 542"/>
                <a:gd name="T93" fmla="*/ 297 h 400"/>
                <a:gd name="T94" fmla="*/ 533 w 542"/>
                <a:gd name="T95" fmla="*/ 280 h 400"/>
                <a:gd name="T96" fmla="*/ 542 w 542"/>
                <a:gd name="T97" fmla="*/ 255 h 400"/>
                <a:gd name="T98" fmla="*/ 538 w 542"/>
                <a:gd name="T99" fmla="*/ 29 h 400"/>
                <a:gd name="T100" fmla="*/ 522 w 542"/>
                <a:gd name="T101" fmla="*/ 8 h 400"/>
                <a:gd name="T102" fmla="*/ 497 w 542"/>
                <a:gd name="T103" fmla="*/ 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42" h="400">
                  <a:moveTo>
                    <a:pt x="367" y="174"/>
                  </a:moveTo>
                  <a:lnTo>
                    <a:pt x="364" y="174"/>
                  </a:lnTo>
                  <a:lnTo>
                    <a:pt x="360" y="172"/>
                  </a:lnTo>
                  <a:lnTo>
                    <a:pt x="357" y="171"/>
                  </a:lnTo>
                  <a:lnTo>
                    <a:pt x="354" y="169"/>
                  </a:lnTo>
                  <a:lnTo>
                    <a:pt x="351" y="166"/>
                  </a:lnTo>
                  <a:lnTo>
                    <a:pt x="350" y="163"/>
                  </a:lnTo>
                  <a:lnTo>
                    <a:pt x="349" y="159"/>
                  </a:lnTo>
                  <a:lnTo>
                    <a:pt x="348" y="155"/>
                  </a:lnTo>
                  <a:lnTo>
                    <a:pt x="349" y="152"/>
                  </a:lnTo>
                  <a:lnTo>
                    <a:pt x="350" y="148"/>
                  </a:lnTo>
                  <a:lnTo>
                    <a:pt x="351" y="144"/>
                  </a:lnTo>
                  <a:lnTo>
                    <a:pt x="354" y="142"/>
                  </a:lnTo>
                  <a:lnTo>
                    <a:pt x="357" y="140"/>
                  </a:lnTo>
                  <a:lnTo>
                    <a:pt x="360" y="138"/>
                  </a:lnTo>
                  <a:lnTo>
                    <a:pt x="364" y="137"/>
                  </a:lnTo>
                  <a:lnTo>
                    <a:pt x="367" y="137"/>
                  </a:lnTo>
                  <a:lnTo>
                    <a:pt x="372" y="137"/>
                  </a:lnTo>
                  <a:lnTo>
                    <a:pt x="375" y="138"/>
                  </a:lnTo>
                  <a:lnTo>
                    <a:pt x="378" y="140"/>
                  </a:lnTo>
                  <a:lnTo>
                    <a:pt x="381" y="142"/>
                  </a:lnTo>
                  <a:lnTo>
                    <a:pt x="383" y="144"/>
                  </a:lnTo>
                  <a:lnTo>
                    <a:pt x="384" y="148"/>
                  </a:lnTo>
                  <a:lnTo>
                    <a:pt x="385" y="152"/>
                  </a:lnTo>
                  <a:lnTo>
                    <a:pt x="387" y="155"/>
                  </a:lnTo>
                  <a:lnTo>
                    <a:pt x="385" y="159"/>
                  </a:lnTo>
                  <a:lnTo>
                    <a:pt x="384" y="163"/>
                  </a:lnTo>
                  <a:lnTo>
                    <a:pt x="383" y="166"/>
                  </a:lnTo>
                  <a:lnTo>
                    <a:pt x="381" y="169"/>
                  </a:lnTo>
                  <a:lnTo>
                    <a:pt x="378" y="171"/>
                  </a:lnTo>
                  <a:lnTo>
                    <a:pt x="375" y="173"/>
                  </a:lnTo>
                  <a:lnTo>
                    <a:pt x="372" y="174"/>
                  </a:lnTo>
                  <a:lnTo>
                    <a:pt x="367" y="174"/>
                  </a:lnTo>
                  <a:lnTo>
                    <a:pt x="367" y="174"/>
                  </a:lnTo>
                  <a:close/>
                  <a:moveTo>
                    <a:pt x="273" y="174"/>
                  </a:moveTo>
                  <a:lnTo>
                    <a:pt x="269" y="174"/>
                  </a:lnTo>
                  <a:lnTo>
                    <a:pt x="265" y="172"/>
                  </a:lnTo>
                  <a:lnTo>
                    <a:pt x="262" y="171"/>
                  </a:lnTo>
                  <a:lnTo>
                    <a:pt x="259" y="169"/>
                  </a:lnTo>
                  <a:lnTo>
                    <a:pt x="257" y="166"/>
                  </a:lnTo>
                  <a:lnTo>
                    <a:pt x="256" y="163"/>
                  </a:lnTo>
                  <a:lnTo>
                    <a:pt x="254" y="159"/>
                  </a:lnTo>
                  <a:lnTo>
                    <a:pt x="254" y="155"/>
                  </a:lnTo>
                  <a:lnTo>
                    <a:pt x="254" y="152"/>
                  </a:lnTo>
                  <a:lnTo>
                    <a:pt x="256" y="148"/>
                  </a:lnTo>
                  <a:lnTo>
                    <a:pt x="257" y="144"/>
                  </a:lnTo>
                  <a:lnTo>
                    <a:pt x="259" y="142"/>
                  </a:lnTo>
                  <a:lnTo>
                    <a:pt x="262" y="140"/>
                  </a:lnTo>
                  <a:lnTo>
                    <a:pt x="265" y="138"/>
                  </a:lnTo>
                  <a:lnTo>
                    <a:pt x="269" y="137"/>
                  </a:lnTo>
                  <a:lnTo>
                    <a:pt x="273" y="137"/>
                  </a:lnTo>
                  <a:lnTo>
                    <a:pt x="276" y="137"/>
                  </a:lnTo>
                  <a:lnTo>
                    <a:pt x="280" y="138"/>
                  </a:lnTo>
                  <a:lnTo>
                    <a:pt x="284" y="140"/>
                  </a:lnTo>
                  <a:lnTo>
                    <a:pt x="286" y="142"/>
                  </a:lnTo>
                  <a:lnTo>
                    <a:pt x="288" y="144"/>
                  </a:lnTo>
                  <a:lnTo>
                    <a:pt x="290" y="148"/>
                  </a:lnTo>
                  <a:lnTo>
                    <a:pt x="291" y="152"/>
                  </a:lnTo>
                  <a:lnTo>
                    <a:pt x="291" y="155"/>
                  </a:lnTo>
                  <a:lnTo>
                    <a:pt x="291" y="159"/>
                  </a:lnTo>
                  <a:lnTo>
                    <a:pt x="290" y="163"/>
                  </a:lnTo>
                  <a:lnTo>
                    <a:pt x="288" y="166"/>
                  </a:lnTo>
                  <a:lnTo>
                    <a:pt x="286" y="169"/>
                  </a:lnTo>
                  <a:lnTo>
                    <a:pt x="284" y="171"/>
                  </a:lnTo>
                  <a:lnTo>
                    <a:pt x="280" y="173"/>
                  </a:lnTo>
                  <a:lnTo>
                    <a:pt x="276" y="174"/>
                  </a:lnTo>
                  <a:lnTo>
                    <a:pt x="273" y="174"/>
                  </a:lnTo>
                  <a:lnTo>
                    <a:pt x="273" y="174"/>
                  </a:lnTo>
                  <a:close/>
                  <a:moveTo>
                    <a:pt x="177" y="174"/>
                  </a:moveTo>
                  <a:lnTo>
                    <a:pt x="174" y="174"/>
                  </a:lnTo>
                  <a:lnTo>
                    <a:pt x="171" y="172"/>
                  </a:lnTo>
                  <a:lnTo>
                    <a:pt x="168" y="171"/>
                  </a:lnTo>
                  <a:lnTo>
                    <a:pt x="165" y="169"/>
                  </a:lnTo>
                  <a:lnTo>
                    <a:pt x="162" y="166"/>
                  </a:lnTo>
                  <a:lnTo>
                    <a:pt x="160" y="163"/>
                  </a:lnTo>
                  <a:lnTo>
                    <a:pt x="159" y="159"/>
                  </a:lnTo>
                  <a:lnTo>
                    <a:pt x="159" y="155"/>
                  </a:lnTo>
                  <a:lnTo>
                    <a:pt x="159" y="152"/>
                  </a:lnTo>
                  <a:lnTo>
                    <a:pt x="160" y="148"/>
                  </a:lnTo>
                  <a:lnTo>
                    <a:pt x="162" y="144"/>
                  </a:lnTo>
                  <a:lnTo>
                    <a:pt x="165" y="142"/>
                  </a:lnTo>
                  <a:lnTo>
                    <a:pt x="168" y="140"/>
                  </a:lnTo>
                  <a:lnTo>
                    <a:pt x="171" y="138"/>
                  </a:lnTo>
                  <a:lnTo>
                    <a:pt x="174" y="137"/>
                  </a:lnTo>
                  <a:lnTo>
                    <a:pt x="177" y="137"/>
                  </a:lnTo>
                  <a:lnTo>
                    <a:pt x="182" y="137"/>
                  </a:lnTo>
                  <a:lnTo>
                    <a:pt x="185" y="138"/>
                  </a:lnTo>
                  <a:lnTo>
                    <a:pt x="188" y="140"/>
                  </a:lnTo>
                  <a:lnTo>
                    <a:pt x="191" y="142"/>
                  </a:lnTo>
                  <a:lnTo>
                    <a:pt x="193" y="144"/>
                  </a:lnTo>
                  <a:lnTo>
                    <a:pt x="196" y="148"/>
                  </a:lnTo>
                  <a:lnTo>
                    <a:pt x="197" y="152"/>
                  </a:lnTo>
                  <a:lnTo>
                    <a:pt x="197" y="155"/>
                  </a:lnTo>
                  <a:lnTo>
                    <a:pt x="197" y="159"/>
                  </a:lnTo>
                  <a:lnTo>
                    <a:pt x="196" y="163"/>
                  </a:lnTo>
                  <a:lnTo>
                    <a:pt x="193" y="166"/>
                  </a:lnTo>
                  <a:lnTo>
                    <a:pt x="191" y="169"/>
                  </a:lnTo>
                  <a:lnTo>
                    <a:pt x="188" y="171"/>
                  </a:lnTo>
                  <a:lnTo>
                    <a:pt x="185" y="173"/>
                  </a:lnTo>
                  <a:lnTo>
                    <a:pt x="182" y="174"/>
                  </a:lnTo>
                  <a:lnTo>
                    <a:pt x="177" y="174"/>
                  </a:lnTo>
                  <a:lnTo>
                    <a:pt x="177" y="174"/>
                  </a:lnTo>
                  <a:close/>
                  <a:moveTo>
                    <a:pt x="497" y="0"/>
                  </a:moveTo>
                  <a:lnTo>
                    <a:pt x="45" y="0"/>
                  </a:lnTo>
                  <a:lnTo>
                    <a:pt x="37" y="1"/>
                  </a:lnTo>
                  <a:lnTo>
                    <a:pt x="29" y="4"/>
                  </a:lnTo>
                  <a:lnTo>
                    <a:pt x="22" y="8"/>
                  </a:lnTo>
                  <a:lnTo>
                    <a:pt x="14" y="14"/>
                  </a:lnTo>
                  <a:lnTo>
                    <a:pt x="9" y="21"/>
                  </a:lnTo>
                  <a:lnTo>
                    <a:pt x="5" y="29"/>
                  </a:lnTo>
                  <a:lnTo>
                    <a:pt x="2" y="36"/>
                  </a:lnTo>
                  <a:lnTo>
                    <a:pt x="0" y="45"/>
                  </a:lnTo>
                  <a:lnTo>
                    <a:pt x="0" y="255"/>
                  </a:lnTo>
                  <a:lnTo>
                    <a:pt x="2" y="264"/>
                  </a:lnTo>
                  <a:lnTo>
                    <a:pt x="5" y="272"/>
                  </a:lnTo>
                  <a:lnTo>
                    <a:pt x="9" y="280"/>
                  </a:lnTo>
                  <a:lnTo>
                    <a:pt x="14" y="287"/>
                  </a:lnTo>
                  <a:lnTo>
                    <a:pt x="22" y="292"/>
                  </a:lnTo>
                  <a:lnTo>
                    <a:pt x="29" y="297"/>
                  </a:lnTo>
                  <a:lnTo>
                    <a:pt x="37" y="300"/>
                  </a:lnTo>
                  <a:lnTo>
                    <a:pt x="45" y="301"/>
                  </a:lnTo>
                  <a:lnTo>
                    <a:pt x="76" y="301"/>
                  </a:lnTo>
                  <a:lnTo>
                    <a:pt x="91" y="301"/>
                  </a:lnTo>
                  <a:lnTo>
                    <a:pt x="167" y="301"/>
                  </a:lnTo>
                  <a:lnTo>
                    <a:pt x="169" y="301"/>
                  </a:lnTo>
                  <a:lnTo>
                    <a:pt x="172" y="302"/>
                  </a:lnTo>
                  <a:lnTo>
                    <a:pt x="174" y="303"/>
                  </a:lnTo>
                  <a:lnTo>
                    <a:pt x="176" y="305"/>
                  </a:lnTo>
                  <a:lnTo>
                    <a:pt x="178" y="307"/>
                  </a:lnTo>
                  <a:lnTo>
                    <a:pt x="180" y="310"/>
                  </a:lnTo>
                  <a:lnTo>
                    <a:pt x="181" y="313"/>
                  </a:lnTo>
                  <a:lnTo>
                    <a:pt x="182" y="316"/>
                  </a:lnTo>
                  <a:lnTo>
                    <a:pt x="182" y="400"/>
                  </a:lnTo>
                  <a:lnTo>
                    <a:pt x="278" y="305"/>
                  </a:lnTo>
                  <a:lnTo>
                    <a:pt x="280" y="303"/>
                  </a:lnTo>
                  <a:lnTo>
                    <a:pt x="283" y="302"/>
                  </a:lnTo>
                  <a:lnTo>
                    <a:pt x="286" y="301"/>
                  </a:lnTo>
                  <a:lnTo>
                    <a:pt x="288" y="301"/>
                  </a:lnTo>
                  <a:lnTo>
                    <a:pt x="497" y="301"/>
                  </a:lnTo>
                  <a:lnTo>
                    <a:pt x="506" y="300"/>
                  </a:lnTo>
                  <a:lnTo>
                    <a:pt x="513" y="297"/>
                  </a:lnTo>
                  <a:lnTo>
                    <a:pt x="522" y="292"/>
                  </a:lnTo>
                  <a:lnTo>
                    <a:pt x="528" y="287"/>
                  </a:lnTo>
                  <a:lnTo>
                    <a:pt x="533" y="280"/>
                  </a:lnTo>
                  <a:lnTo>
                    <a:pt x="538" y="272"/>
                  </a:lnTo>
                  <a:lnTo>
                    <a:pt x="541" y="264"/>
                  </a:lnTo>
                  <a:lnTo>
                    <a:pt x="542" y="255"/>
                  </a:lnTo>
                  <a:lnTo>
                    <a:pt x="542" y="45"/>
                  </a:lnTo>
                  <a:lnTo>
                    <a:pt x="541" y="36"/>
                  </a:lnTo>
                  <a:lnTo>
                    <a:pt x="538" y="29"/>
                  </a:lnTo>
                  <a:lnTo>
                    <a:pt x="533" y="21"/>
                  </a:lnTo>
                  <a:lnTo>
                    <a:pt x="528" y="14"/>
                  </a:lnTo>
                  <a:lnTo>
                    <a:pt x="522" y="8"/>
                  </a:lnTo>
                  <a:lnTo>
                    <a:pt x="513" y="4"/>
                  </a:lnTo>
                  <a:lnTo>
                    <a:pt x="506" y="1"/>
                  </a:lnTo>
                  <a:lnTo>
                    <a:pt x="497" y="0"/>
                  </a:lnTo>
                  <a:lnTo>
                    <a:pt x="49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grpSp>
      <p:grpSp>
        <p:nvGrpSpPr>
          <p:cNvPr id="106" name="Grupo 105" descr="Icono de papel. ">
            <a:extLst>
              <a:ext uri="{FF2B5EF4-FFF2-40B4-BE49-F238E27FC236}">
                <a16:creationId xmlns:a16="http://schemas.microsoft.com/office/drawing/2014/main" id="{5A7B4376-F48C-4D8D-B85C-E30B7B3E6434}"/>
              </a:ext>
            </a:extLst>
          </p:cNvPr>
          <p:cNvGrpSpPr/>
          <p:nvPr/>
        </p:nvGrpSpPr>
        <p:grpSpPr>
          <a:xfrm>
            <a:off x="8841182" y="1368977"/>
            <a:ext cx="220663" cy="285750"/>
            <a:chOff x="4926013" y="796925"/>
            <a:chExt cx="220663" cy="285750"/>
          </a:xfrm>
          <a:solidFill>
            <a:schemeClr val="bg1"/>
          </a:solidFill>
        </p:grpSpPr>
        <p:sp>
          <p:nvSpPr>
            <p:cNvPr id="107" name="Rectángulo 946">
              <a:extLst>
                <a:ext uri="{FF2B5EF4-FFF2-40B4-BE49-F238E27FC236}">
                  <a16:creationId xmlns:a16="http://schemas.microsoft.com/office/drawing/2014/main" id="{E782BD69-3279-4D29-AD06-A103E2126053}"/>
                </a:ext>
              </a:extLst>
            </p:cNvPr>
            <p:cNvSpPr>
              <a:spLocks noChangeArrowheads="1"/>
            </p:cNvSpPr>
            <p:nvPr/>
          </p:nvSpPr>
          <p:spPr bwMode="auto">
            <a:xfrm>
              <a:off x="5026025" y="996950"/>
              <a:ext cx="30163" cy="285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08" name="Rectángulo 947">
              <a:extLst>
                <a:ext uri="{FF2B5EF4-FFF2-40B4-BE49-F238E27FC236}">
                  <a16:creationId xmlns:a16="http://schemas.microsoft.com/office/drawing/2014/main" id="{F640AD22-6F68-4745-898A-0D4AADEA202D}"/>
                </a:ext>
              </a:extLst>
            </p:cNvPr>
            <p:cNvSpPr>
              <a:spLocks noChangeArrowheads="1"/>
            </p:cNvSpPr>
            <p:nvPr/>
          </p:nvSpPr>
          <p:spPr bwMode="auto">
            <a:xfrm>
              <a:off x="5064125" y="930275"/>
              <a:ext cx="28575" cy="95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09" name="Rectángulo 948">
              <a:extLst>
                <a:ext uri="{FF2B5EF4-FFF2-40B4-BE49-F238E27FC236}">
                  <a16:creationId xmlns:a16="http://schemas.microsoft.com/office/drawing/2014/main" id="{78786D45-C595-4A69-9D2B-EB0280EF29EA}"/>
                </a:ext>
              </a:extLst>
            </p:cNvPr>
            <p:cNvSpPr>
              <a:spLocks noChangeArrowheads="1"/>
            </p:cNvSpPr>
            <p:nvPr/>
          </p:nvSpPr>
          <p:spPr bwMode="auto">
            <a:xfrm>
              <a:off x="4987925" y="977900"/>
              <a:ext cx="28575"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10" name="Forma libre 949">
              <a:extLst>
                <a:ext uri="{FF2B5EF4-FFF2-40B4-BE49-F238E27FC236}">
                  <a16:creationId xmlns:a16="http://schemas.microsoft.com/office/drawing/2014/main" id="{CF9052AD-F144-4CD7-B6F9-E2E57C7EB797}"/>
                </a:ext>
              </a:extLst>
            </p:cNvPr>
            <p:cNvSpPr>
              <a:spLocks noEditPoints="1"/>
            </p:cNvSpPr>
            <p:nvPr/>
          </p:nvSpPr>
          <p:spPr bwMode="auto">
            <a:xfrm>
              <a:off x="4926013" y="796925"/>
              <a:ext cx="220663" cy="285750"/>
            </a:xfrm>
            <a:custGeom>
              <a:avLst/>
              <a:gdLst>
                <a:gd name="T0" fmla="*/ 349 w 553"/>
                <a:gd name="T1" fmla="*/ 11 h 722"/>
                <a:gd name="T2" fmla="*/ 349 w 553"/>
                <a:gd name="T3" fmla="*/ 204 h 722"/>
                <a:gd name="T4" fmla="*/ 445 w 553"/>
                <a:gd name="T5" fmla="*/ 590 h 722"/>
                <a:gd name="T6" fmla="*/ 445 w 553"/>
                <a:gd name="T7" fmla="*/ 590 h 722"/>
                <a:gd name="T8" fmla="*/ 444 w 553"/>
                <a:gd name="T9" fmla="*/ 595 h 722"/>
                <a:gd name="T10" fmla="*/ 438 w 553"/>
                <a:gd name="T11" fmla="*/ 601 h 722"/>
                <a:gd name="T12" fmla="*/ 145 w 553"/>
                <a:gd name="T13" fmla="*/ 602 h 722"/>
                <a:gd name="T14" fmla="*/ 135 w 553"/>
                <a:gd name="T15" fmla="*/ 599 h 722"/>
                <a:gd name="T16" fmla="*/ 132 w 553"/>
                <a:gd name="T17" fmla="*/ 590 h 722"/>
                <a:gd name="T18" fmla="*/ 133 w 553"/>
                <a:gd name="T19" fmla="*/ 236 h 722"/>
                <a:gd name="T20" fmla="*/ 139 w 553"/>
                <a:gd name="T21" fmla="*/ 230 h 722"/>
                <a:gd name="T22" fmla="*/ 149 w 553"/>
                <a:gd name="T23" fmla="*/ 230 h 722"/>
                <a:gd name="T24" fmla="*/ 155 w 553"/>
                <a:gd name="T25" fmla="*/ 236 h 722"/>
                <a:gd name="T26" fmla="*/ 156 w 553"/>
                <a:gd name="T27" fmla="*/ 434 h 722"/>
                <a:gd name="T28" fmla="*/ 238 w 553"/>
                <a:gd name="T29" fmla="*/ 434 h 722"/>
                <a:gd name="T30" fmla="*/ 239 w 553"/>
                <a:gd name="T31" fmla="*/ 434 h 722"/>
                <a:gd name="T32" fmla="*/ 246 w 553"/>
                <a:gd name="T33" fmla="*/ 435 h 722"/>
                <a:gd name="T34" fmla="*/ 252 w 553"/>
                <a:gd name="T35" fmla="*/ 441 h 722"/>
                <a:gd name="T36" fmla="*/ 253 w 553"/>
                <a:gd name="T37" fmla="*/ 481 h 722"/>
                <a:gd name="T38" fmla="*/ 325 w 553"/>
                <a:gd name="T39" fmla="*/ 324 h 722"/>
                <a:gd name="T40" fmla="*/ 328 w 553"/>
                <a:gd name="T41" fmla="*/ 316 h 722"/>
                <a:gd name="T42" fmla="*/ 337 w 553"/>
                <a:gd name="T43" fmla="*/ 313 h 722"/>
                <a:gd name="T44" fmla="*/ 438 w 553"/>
                <a:gd name="T45" fmla="*/ 314 h 722"/>
                <a:gd name="T46" fmla="*/ 444 w 553"/>
                <a:gd name="T47" fmla="*/ 320 h 722"/>
                <a:gd name="T48" fmla="*/ 445 w 553"/>
                <a:gd name="T49" fmla="*/ 590 h 722"/>
                <a:gd name="T50" fmla="*/ 358 w 553"/>
                <a:gd name="T51" fmla="*/ 3 h 722"/>
                <a:gd name="T52" fmla="*/ 349 w 553"/>
                <a:gd name="T53" fmla="*/ 0 h 722"/>
                <a:gd name="T54" fmla="*/ 7 w 553"/>
                <a:gd name="T55" fmla="*/ 1 h 722"/>
                <a:gd name="T56" fmla="*/ 1 w 553"/>
                <a:gd name="T57" fmla="*/ 7 h 722"/>
                <a:gd name="T58" fmla="*/ 0 w 553"/>
                <a:gd name="T59" fmla="*/ 710 h 722"/>
                <a:gd name="T60" fmla="*/ 3 w 553"/>
                <a:gd name="T61" fmla="*/ 719 h 722"/>
                <a:gd name="T62" fmla="*/ 12 w 553"/>
                <a:gd name="T63" fmla="*/ 722 h 722"/>
                <a:gd name="T64" fmla="*/ 546 w 553"/>
                <a:gd name="T65" fmla="*/ 721 h 722"/>
                <a:gd name="T66" fmla="*/ 552 w 553"/>
                <a:gd name="T67" fmla="*/ 715 h 722"/>
                <a:gd name="T68" fmla="*/ 553 w 553"/>
                <a:gd name="T69" fmla="*/ 204 h 722"/>
                <a:gd name="T70" fmla="*/ 550 w 553"/>
                <a:gd name="T71" fmla="*/ 196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3" h="722">
                  <a:moveTo>
                    <a:pt x="349" y="204"/>
                  </a:moveTo>
                  <a:lnTo>
                    <a:pt x="349" y="11"/>
                  </a:lnTo>
                  <a:lnTo>
                    <a:pt x="541" y="204"/>
                  </a:lnTo>
                  <a:lnTo>
                    <a:pt x="349" y="204"/>
                  </a:lnTo>
                  <a:close/>
                  <a:moveTo>
                    <a:pt x="445" y="590"/>
                  </a:moveTo>
                  <a:lnTo>
                    <a:pt x="445" y="590"/>
                  </a:lnTo>
                  <a:lnTo>
                    <a:pt x="445" y="590"/>
                  </a:lnTo>
                  <a:lnTo>
                    <a:pt x="445" y="590"/>
                  </a:lnTo>
                  <a:lnTo>
                    <a:pt x="445" y="590"/>
                  </a:lnTo>
                  <a:lnTo>
                    <a:pt x="444" y="595"/>
                  </a:lnTo>
                  <a:lnTo>
                    <a:pt x="441" y="599"/>
                  </a:lnTo>
                  <a:lnTo>
                    <a:pt x="438" y="601"/>
                  </a:lnTo>
                  <a:lnTo>
                    <a:pt x="433" y="602"/>
                  </a:lnTo>
                  <a:lnTo>
                    <a:pt x="145" y="602"/>
                  </a:lnTo>
                  <a:lnTo>
                    <a:pt x="139" y="601"/>
                  </a:lnTo>
                  <a:lnTo>
                    <a:pt x="135" y="599"/>
                  </a:lnTo>
                  <a:lnTo>
                    <a:pt x="133" y="595"/>
                  </a:lnTo>
                  <a:lnTo>
                    <a:pt x="132" y="590"/>
                  </a:lnTo>
                  <a:lnTo>
                    <a:pt x="132" y="241"/>
                  </a:lnTo>
                  <a:lnTo>
                    <a:pt x="133" y="236"/>
                  </a:lnTo>
                  <a:lnTo>
                    <a:pt x="135" y="232"/>
                  </a:lnTo>
                  <a:lnTo>
                    <a:pt x="139" y="230"/>
                  </a:lnTo>
                  <a:lnTo>
                    <a:pt x="145" y="229"/>
                  </a:lnTo>
                  <a:lnTo>
                    <a:pt x="149" y="230"/>
                  </a:lnTo>
                  <a:lnTo>
                    <a:pt x="153" y="232"/>
                  </a:lnTo>
                  <a:lnTo>
                    <a:pt x="155" y="236"/>
                  </a:lnTo>
                  <a:lnTo>
                    <a:pt x="156" y="241"/>
                  </a:lnTo>
                  <a:lnTo>
                    <a:pt x="156" y="434"/>
                  </a:lnTo>
                  <a:lnTo>
                    <a:pt x="238" y="434"/>
                  </a:lnTo>
                  <a:lnTo>
                    <a:pt x="238" y="434"/>
                  </a:lnTo>
                  <a:lnTo>
                    <a:pt x="239" y="435"/>
                  </a:lnTo>
                  <a:lnTo>
                    <a:pt x="239" y="434"/>
                  </a:lnTo>
                  <a:lnTo>
                    <a:pt x="240" y="434"/>
                  </a:lnTo>
                  <a:lnTo>
                    <a:pt x="246" y="435"/>
                  </a:lnTo>
                  <a:lnTo>
                    <a:pt x="249" y="437"/>
                  </a:lnTo>
                  <a:lnTo>
                    <a:pt x="252" y="441"/>
                  </a:lnTo>
                  <a:lnTo>
                    <a:pt x="253" y="446"/>
                  </a:lnTo>
                  <a:lnTo>
                    <a:pt x="253" y="481"/>
                  </a:lnTo>
                  <a:lnTo>
                    <a:pt x="325" y="481"/>
                  </a:lnTo>
                  <a:lnTo>
                    <a:pt x="325" y="324"/>
                  </a:lnTo>
                  <a:lnTo>
                    <a:pt x="326" y="320"/>
                  </a:lnTo>
                  <a:lnTo>
                    <a:pt x="328" y="316"/>
                  </a:lnTo>
                  <a:lnTo>
                    <a:pt x="332" y="314"/>
                  </a:lnTo>
                  <a:lnTo>
                    <a:pt x="337" y="313"/>
                  </a:lnTo>
                  <a:lnTo>
                    <a:pt x="433" y="313"/>
                  </a:lnTo>
                  <a:lnTo>
                    <a:pt x="438" y="314"/>
                  </a:lnTo>
                  <a:lnTo>
                    <a:pt x="441" y="316"/>
                  </a:lnTo>
                  <a:lnTo>
                    <a:pt x="444" y="320"/>
                  </a:lnTo>
                  <a:lnTo>
                    <a:pt x="445" y="324"/>
                  </a:lnTo>
                  <a:lnTo>
                    <a:pt x="445" y="590"/>
                  </a:lnTo>
                  <a:close/>
                  <a:moveTo>
                    <a:pt x="550" y="196"/>
                  </a:moveTo>
                  <a:lnTo>
                    <a:pt x="358" y="3"/>
                  </a:lnTo>
                  <a:lnTo>
                    <a:pt x="354" y="0"/>
                  </a:lnTo>
                  <a:lnTo>
                    <a:pt x="349" y="0"/>
                  </a:lnTo>
                  <a:lnTo>
                    <a:pt x="12" y="0"/>
                  </a:lnTo>
                  <a:lnTo>
                    <a:pt x="7" y="1"/>
                  </a:lnTo>
                  <a:lnTo>
                    <a:pt x="3" y="3"/>
                  </a:lnTo>
                  <a:lnTo>
                    <a:pt x="1" y="7"/>
                  </a:lnTo>
                  <a:lnTo>
                    <a:pt x="0" y="11"/>
                  </a:lnTo>
                  <a:lnTo>
                    <a:pt x="0" y="710"/>
                  </a:lnTo>
                  <a:lnTo>
                    <a:pt x="1" y="715"/>
                  </a:lnTo>
                  <a:lnTo>
                    <a:pt x="3" y="719"/>
                  </a:lnTo>
                  <a:lnTo>
                    <a:pt x="7" y="721"/>
                  </a:lnTo>
                  <a:lnTo>
                    <a:pt x="12" y="722"/>
                  </a:lnTo>
                  <a:lnTo>
                    <a:pt x="541" y="722"/>
                  </a:lnTo>
                  <a:lnTo>
                    <a:pt x="546" y="721"/>
                  </a:lnTo>
                  <a:lnTo>
                    <a:pt x="550" y="719"/>
                  </a:lnTo>
                  <a:lnTo>
                    <a:pt x="552" y="715"/>
                  </a:lnTo>
                  <a:lnTo>
                    <a:pt x="553" y="710"/>
                  </a:lnTo>
                  <a:lnTo>
                    <a:pt x="553" y="204"/>
                  </a:lnTo>
                  <a:lnTo>
                    <a:pt x="552" y="200"/>
                  </a:lnTo>
                  <a:lnTo>
                    <a:pt x="550" y="1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grpSp>
      <p:grpSp>
        <p:nvGrpSpPr>
          <p:cNvPr id="111" name="Grupo 110" descr="Icono del símbolo que representa el correo electrónico.">
            <a:extLst>
              <a:ext uri="{FF2B5EF4-FFF2-40B4-BE49-F238E27FC236}">
                <a16:creationId xmlns:a16="http://schemas.microsoft.com/office/drawing/2014/main" id="{20CE09B7-A9E8-4791-ABE4-6FEC5916661D}"/>
              </a:ext>
            </a:extLst>
          </p:cNvPr>
          <p:cNvGrpSpPr/>
          <p:nvPr/>
        </p:nvGrpSpPr>
        <p:grpSpPr>
          <a:xfrm>
            <a:off x="7698977" y="1368977"/>
            <a:ext cx="285750" cy="285750"/>
            <a:chOff x="11028363" y="771525"/>
            <a:chExt cx="285750" cy="285750"/>
          </a:xfrm>
          <a:solidFill>
            <a:schemeClr val="bg1"/>
          </a:solidFill>
        </p:grpSpPr>
        <p:sp>
          <p:nvSpPr>
            <p:cNvPr id="112" name="Forma libre 3620">
              <a:extLst>
                <a:ext uri="{FF2B5EF4-FFF2-40B4-BE49-F238E27FC236}">
                  <a16:creationId xmlns:a16="http://schemas.microsoft.com/office/drawing/2014/main" id="{849DA0EF-7528-4EE0-8C56-4F1997586CED}"/>
                </a:ext>
              </a:extLst>
            </p:cNvPr>
            <p:cNvSpPr>
              <a:spLocks noEditPoints="1"/>
            </p:cNvSpPr>
            <p:nvPr/>
          </p:nvSpPr>
          <p:spPr bwMode="auto">
            <a:xfrm>
              <a:off x="11033125" y="776288"/>
              <a:ext cx="277812" cy="276225"/>
            </a:xfrm>
            <a:custGeom>
              <a:avLst/>
              <a:gdLst>
                <a:gd name="T0" fmla="*/ 158 w 697"/>
                <a:gd name="T1" fmla="*/ 510 h 698"/>
                <a:gd name="T2" fmla="*/ 133 w 697"/>
                <a:gd name="T3" fmla="*/ 481 h 698"/>
                <a:gd name="T4" fmla="*/ 136 w 697"/>
                <a:gd name="T5" fmla="*/ 237 h 698"/>
                <a:gd name="T6" fmla="*/ 167 w 697"/>
                <a:gd name="T7" fmla="*/ 208 h 698"/>
                <a:gd name="T8" fmla="*/ 517 w 697"/>
                <a:gd name="T9" fmla="*/ 206 h 698"/>
                <a:gd name="T10" fmla="*/ 555 w 697"/>
                <a:gd name="T11" fmla="*/ 225 h 698"/>
                <a:gd name="T12" fmla="*/ 565 w 697"/>
                <a:gd name="T13" fmla="*/ 469 h 698"/>
                <a:gd name="T14" fmla="*/ 548 w 697"/>
                <a:gd name="T15" fmla="*/ 504 h 698"/>
                <a:gd name="T16" fmla="*/ 505 w 697"/>
                <a:gd name="T17" fmla="*/ 518 h 698"/>
                <a:gd name="T18" fmla="*/ 550 w 697"/>
                <a:gd name="T19" fmla="*/ 533 h 698"/>
                <a:gd name="T20" fmla="*/ 571 w 697"/>
                <a:gd name="T21" fmla="*/ 533 h 698"/>
                <a:gd name="T22" fmla="*/ 633 w 697"/>
                <a:gd name="T23" fmla="*/ 550 h 698"/>
                <a:gd name="T24" fmla="*/ 669 w 697"/>
                <a:gd name="T25" fmla="*/ 484 h 698"/>
                <a:gd name="T26" fmla="*/ 688 w 697"/>
                <a:gd name="T27" fmla="*/ 427 h 698"/>
                <a:gd name="T28" fmla="*/ 696 w 697"/>
                <a:gd name="T29" fmla="*/ 365 h 698"/>
                <a:gd name="T30" fmla="*/ 693 w 697"/>
                <a:gd name="T31" fmla="*/ 302 h 698"/>
                <a:gd name="T32" fmla="*/ 681 w 697"/>
                <a:gd name="T33" fmla="*/ 242 h 698"/>
                <a:gd name="T34" fmla="*/ 656 w 697"/>
                <a:gd name="T35" fmla="*/ 187 h 698"/>
                <a:gd name="T36" fmla="*/ 582 w 697"/>
                <a:gd name="T37" fmla="*/ 158 h 698"/>
                <a:gd name="T38" fmla="*/ 560 w 697"/>
                <a:gd name="T39" fmla="*/ 167 h 698"/>
                <a:gd name="T40" fmla="*/ 539 w 697"/>
                <a:gd name="T41" fmla="*/ 158 h 698"/>
                <a:gd name="T42" fmla="*/ 530 w 697"/>
                <a:gd name="T43" fmla="*/ 136 h 698"/>
                <a:gd name="T44" fmla="*/ 539 w 697"/>
                <a:gd name="T45" fmla="*/ 116 h 698"/>
                <a:gd name="T46" fmla="*/ 511 w 697"/>
                <a:gd name="T47" fmla="*/ 41 h 698"/>
                <a:gd name="T48" fmla="*/ 456 w 697"/>
                <a:gd name="T49" fmla="*/ 17 h 698"/>
                <a:gd name="T50" fmla="*/ 395 w 697"/>
                <a:gd name="T51" fmla="*/ 4 h 698"/>
                <a:gd name="T52" fmla="*/ 333 w 697"/>
                <a:gd name="T53" fmla="*/ 2 h 698"/>
                <a:gd name="T54" fmla="*/ 271 w 697"/>
                <a:gd name="T55" fmla="*/ 9 h 698"/>
                <a:gd name="T56" fmla="*/ 213 w 697"/>
                <a:gd name="T57" fmla="*/ 29 h 698"/>
                <a:gd name="T58" fmla="*/ 148 w 697"/>
                <a:gd name="T59" fmla="*/ 65 h 698"/>
                <a:gd name="T60" fmla="*/ 164 w 697"/>
                <a:gd name="T61" fmla="*/ 126 h 698"/>
                <a:gd name="T62" fmla="*/ 164 w 697"/>
                <a:gd name="T63" fmla="*/ 148 h 698"/>
                <a:gd name="T64" fmla="*/ 148 w 697"/>
                <a:gd name="T65" fmla="*/ 165 h 698"/>
                <a:gd name="T66" fmla="*/ 124 w 697"/>
                <a:gd name="T67" fmla="*/ 165 h 698"/>
                <a:gd name="T68" fmla="*/ 63 w 697"/>
                <a:gd name="T69" fmla="*/ 148 h 698"/>
                <a:gd name="T70" fmla="*/ 27 w 697"/>
                <a:gd name="T71" fmla="*/ 214 h 698"/>
                <a:gd name="T72" fmla="*/ 9 w 697"/>
                <a:gd name="T73" fmla="*/ 271 h 698"/>
                <a:gd name="T74" fmla="*/ 0 w 697"/>
                <a:gd name="T75" fmla="*/ 333 h 698"/>
                <a:gd name="T76" fmla="*/ 2 w 697"/>
                <a:gd name="T77" fmla="*/ 396 h 698"/>
                <a:gd name="T78" fmla="*/ 17 w 697"/>
                <a:gd name="T79" fmla="*/ 456 h 698"/>
                <a:gd name="T80" fmla="*/ 40 w 697"/>
                <a:gd name="T81" fmla="*/ 511 h 698"/>
                <a:gd name="T82" fmla="*/ 115 w 697"/>
                <a:gd name="T83" fmla="*/ 540 h 698"/>
                <a:gd name="T84" fmla="*/ 136 w 697"/>
                <a:gd name="T85" fmla="*/ 532 h 698"/>
                <a:gd name="T86" fmla="*/ 158 w 697"/>
                <a:gd name="T87" fmla="*/ 540 h 698"/>
                <a:gd name="T88" fmla="*/ 167 w 697"/>
                <a:gd name="T89" fmla="*/ 562 h 698"/>
                <a:gd name="T90" fmla="*/ 158 w 697"/>
                <a:gd name="T91" fmla="*/ 582 h 698"/>
                <a:gd name="T92" fmla="*/ 186 w 697"/>
                <a:gd name="T93" fmla="*/ 658 h 698"/>
                <a:gd name="T94" fmla="*/ 241 w 697"/>
                <a:gd name="T95" fmla="*/ 681 h 698"/>
                <a:gd name="T96" fmla="*/ 302 w 697"/>
                <a:gd name="T97" fmla="*/ 695 h 698"/>
                <a:gd name="T98" fmla="*/ 365 w 697"/>
                <a:gd name="T99" fmla="*/ 698 h 698"/>
                <a:gd name="T100" fmla="*/ 426 w 697"/>
                <a:gd name="T101" fmla="*/ 689 h 698"/>
                <a:gd name="T102" fmla="*/ 484 w 697"/>
                <a:gd name="T103" fmla="*/ 671 h 698"/>
                <a:gd name="T104" fmla="*/ 550 w 697"/>
                <a:gd name="T105" fmla="*/ 635 h 698"/>
                <a:gd name="T106" fmla="*/ 533 w 697"/>
                <a:gd name="T107" fmla="*/ 573 h 698"/>
                <a:gd name="T108" fmla="*/ 533 w 697"/>
                <a:gd name="T109" fmla="*/ 55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97" h="698">
                  <a:moveTo>
                    <a:pt x="193" y="518"/>
                  </a:moveTo>
                  <a:lnTo>
                    <a:pt x="180" y="517"/>
                  </a:lnTo>
                  <a:lnTo>
                    <a:pt x="168" y="514"/>
                  </a:lnTo>
                  <a:lnTo>
                    <a:pt x="158" y="510"/>
                  </a:lnTo>
                  <a:lnTo>
                    <a:pt x="149" y="504"/>
                  </a:lnTo>
                  <a:lnTo>
                    <a:pt x="141" y="497"/>
                  </a:lnTo>
                  <a:lnTo>
                    <a:pt x="136" y="490"/>
                  </a:lnTo>
                  <a:lnTo>
                    <a:pt x="133" y="481"/>
                  </a:lnTo>
                  <a:lnTo>
                    <a:pt x="132" y="470"/>
                  </a:lnTo>
                  <a:lnTo>
                    <a:pt x="132" y="258"/>
                  </a:lnTo>
                  <a:lnTo>
                    <a:pt x="133" y="247"/>
                  </a:lnTo>
                  <a:lnTo>
                    <a:pt x="136" y="237"/>
                  </a:lnTo>
                  <a:lnTo>
                    <a:pt x="141" y="228"/>
                  </a:lnTo>
                  <a:lnTo>
                    <a:pt x="149" y="220"/>
                  </a:lnTo>
                  <a:lnTo>
                    <a:pt x="157" y="214"/>
                  </a:lnTo>
                  <a:lnTo>
                    <a:pt x="167" y="208"/>
                  </a:lnTo>
                  <a:lnTo>
                    <a:pt x="178" y="206"/>
                  </a:lnTo>
                  <a:lnTo>
                    <a:pt x="193" y="205"/>
                  </a:lnTo>
                  <a:lnTo>
                    <a:pt x="505" y="205"/>
                  </a:lnTo>
                  <a:lnTo>
                    <a:pt x="517" y="206"/>
                  </a:lnTo>
                  <a:lnTo>
                    <a:pt x="529" y="208"/>
                  </a:lnTo>
                  <a:lnTo>
                    <a:pt x="539" y="212"/>
                  </a:lnTo>
                  <a:lnTo>
                    <a:pt x="548" y="219"/>
                  </a:lnTo>
                  <a:lnTo>
                    <a:pt x="555" y="225"/>
                  </a:lnTo>
                  <a:lnTo>
                    <a:pt x="560" y="234"/>
                  </a:lnTo>
                  <a:lnTo>
                    <a:pt x="564" y="243"/>
                  </a:lnTo>
                  <a:lnTo>
                    <a:pt x="565" y="253"/>
                  </a:lnTo>
                  <a:lnTo>
                    <a:pt x="565" y="469"/>
                  </a:lnTo>
                  <a:lnTo>
                    <a:pt x="564" y="479"/>
                  </a:lnTo>
                  <a:lnTo>
                    <a:pt x="560" y="490"/>
                  </a:lnTo>
                  <a:lnTo>
                    <a:pt x="555" y="497"/>
                  </a:lnTo>
                  <a:lnTo>
                    <a:pt x="548" y="504"/>
                  </a:lnTo>
                  <a:lnTo>
                    <a:pt x="539" y="510"/>
                  </a:lnTo>
                  <a:lnTo>
                    <a:pt x="529" y="514"/>
                  </a:lnTo>
                  <a:lnTo>
                    <a:pt x="517" y="517"/>
                  </a:lnTo>
                  <a:lnTo>
                    <a:pt x="505" y="518"/>
                  </a:lnTo>
                  <a:lnTo>
                    <a:pt x="193" y="518"/>
                  </a:lnTo>
                  <a:close/>
                  <a:moveTo>
                    <a:pt x="539" y="540"/>
                  </a:moveTo>
                  <a:lnTo>
                    <a:pt x="544" y="536"/>
                  </a:lnTo>
                  <a:lnTo>
                    <a:pt x="550" y="533"/>
                  </a:lnTo>
                  <a:lnTo>
                    <a:pt x="555" y="532"/>
                  </a:lnTo>
                  <a:lnTo>
                    <a:pt x="560" y="532"/>
                  </a:lnTo>
                  <a:lnTo>
                    <a:pt x="566" y="532"/>
                  </a:lnTo>
                  <a:lnTo>
                    <a:pt x="571" y="533"/>
                  </a:lnTo>
                  <a:lnTo>
                    <a:pt x="577" y="536"/>
                  </a:lnTo>
                  <a:lnTo>
                    <a:pt x="582" y="540"/>
                  </a:lnTo>
                  <a:lnTo>
                    <a:pt x="615" y="573"/>
                  </a:lnTo>
                  <a:lnTo>
                    <a:pt x="633" y="550"/>
                  </a:lnTo>
                  <a:lnTo>
                    <a:pt x="650" y="524"/>
                  </a:lnTo>
                  <a:lnTo>
                    <a:pt x="656" y="511"/>
                  </a:lnTo>
                  <a:lnTo>
                    <a:pt x="664" y="499"/>
                  </a:lnTo>
                  <a:lnTo>
                    <a:pt x="669" y="484"/>
                  </a:lnTo>
                  <a:lnTo>
                    <a:pt x="675" y="470"/>
                  </a:lnTo>
                  <a:lnTo>
                    <a:pt x="681" y="456"/>
                  </a:lnTo>
                  <a:lnTo>
                    <a:pt x="684" y="442"/>
                  </a:lnTo>
                  <a:lnTo>
                    <a:pt x="688" y="427"/>
                  </a:lnTo>
                  <a:lnTo>
                    <a:pt x="691" y="411"/>
                  </a:lnTo>
                  <a:lnTo>
                    <a:pt x="693" y="396"/>
                  </a:lnTo>
                  <a:lnTo>
                    <a:pt x="696" y="380"/>
                  </a:lnTo>
                  <a:lnTo>
                    <a:pt x="696" y="365"/>
                  </a:lnTo>
                  <a:lnTo>
                    <a:pt x="697" y="350"/>
                  </a:lnTo>
                  <a:lnTo>
                    <a:pt x="696" y="333"/>
                  </a:lnTo>
                  <a:lnTo>
                    <a:pt x="696" y="318"/>
                  </a:lnTo>
                  <a:lnTo>
                    <a:pt x="693" y="302"/>
                  </a:lnTo>
                  <a:lnTo>
                    <a:pt x="691" y="287"/>
                  </a:lnTo>
                  <a:lnTo>
                    <a:pt x="688" y="271"/>
                  </a:lnTo>
                  <a:lnTo>
                    <a:pt x="684" y="257"/>
                  </a:lnTo>
                  <a:lnTo>
                    <a:pt x="681" y="242"/>
                  </a:lnTo>
                  <a:lnTo>
                    <a:pt x="675" y="228"/>
                  </a:lnTo>
                  <a:lnTo>
                    <a:pt x="669" y="214"/>
                  </a:lnTo>
                  <a:lnTo>
                    <a:pt x="664" y="201"/>
                  </a:lnTo>
                  <a:lnTo>
                    <a:pt x="656" y="187"/>
                  </a:lnTo>
                  <a:lnTo>
                    <a:pt x="650" y="174"/>
                  </a:lnTo>
                  <a:lnTo>
                    <a:pt x="633" y="148"/>
                  </a:lnTo>
                  <a:lnTo>
                    <a:pt x="615" y="125"/>
                  </a:lnTo>
                  <a:lnTo>
                    <a:pt x="582" y="158"/>
                  </a:lnTo>
                  <a:lnTo>
                    <a:pt x="577" y="162"/>
                  </a:lnTo>
                  <a:lnTo>
                    <a:pt x="571" y="165"/>
                  </a:lnTo>
                  <a:lnTo>
                    <a:pt x="566" y="167"/>
                  </a:lnTo>
                  <a:lnTo>
                    <a:pt x="560" y="167"/>
                  </a:lnTo>
                  <a:lnTo>
                    <a:pt x="555" y="166"/>
                  </a:lnTo>
                  <a:lnTo>
                    <a:pt x="550" y="165"/>
                  </a:lnTo>
                  <a:lnTo>
                    <a:pt x="544" y="162"/>
                  </a:lnTo>
                  <a:lnTo>
                    <a:pt x="539" y="158"/>
                  </a:lnTo>
                  <a:lnTo>
                    <a:pt x="535" y="153"/>
                  </a:lnTo>
                  <a:lnTo>
                    <a:pt x="533" y="148"/>
                  </a:lnTo>
                  <a:lnTo>
                    <a:pt x="532" y="143"/>
                  </a:lnTo>
                  <a:lnTo>
                    <a:pt x="530" y="136"/>
                  </a:lnTo>
                  <a:lnTo>
                    <a:pt x="532" y="131"/>
                  </a:lnTo>
                  <a:lnTo>
                    <a:pt x="533" y="126"/>
                  </a:lnTo>
                  <a:lnTo>
                    <a:pt x="535" y="121"/>
                  </a:lnTo>
                  <a:lnTo>
                    <a:pt x="539" y="116"/>
                  </a:lnTo>
                  <a:lnTo>
                    <a:pt x="573" y="83"/>
                  </a:lnTo>
                  <a:lnTo>
                    <a:pt x="550" y="65"/>
                  </a:lnTo>
                  <a:lnTo>
                    <a:pt x="524" y="48"/>
                  </a:lnTo>
                  <a:lnTo>
                    <a:pt x="511" y="41"/>
                  </a:lnTo>
                  <a:lnTo>
                    <a:pt x="497" y="34"/>
                  </a:lnTo>
                  <a:lnTo>
                    <a:pt x="484" y="29"/>
                  </a:lnTo>
                  <a:lnTo>
                    <a:pt x="470" y="22"/>
                  </a:lnTo>
                  <a:lnTo>
                    <a:pt x="456" y="17"/>
                  </a:lnTo>
                  <a:lnTo>
                    <a:pt x="440" y="13"/>
                  </a:lnTo>
                  <a:lnTo>
                    <a:pt x="426" y="9"/>
                  </a:lnTo>
                  <a:lnTo>
                    <a:pt x="411" y="7"/>
                  </a:lnTo>
                  <a:lnTo>
                    <a:pt x="395" y="4"/>
                  </a:lnTo>
                  <a:lnTo>
                    <a:pt x="380" y="2"/>
                  </a:lnTo>
                  <a:lnTo>
                    <a:pt x="365" y="2"/>
                  </a:lnTo>
                  <a:lnTo>
                    <a:pt x="348" y="0"/>
                  </a:lnTo>
                  <a:lnTo>
                    <a:pt x="333" y="2"/>
                  </a:lnTo>
                  <a:lnTo>
                    <a:pt x="317" y="2"/>
                  </a:lnTo>
                  <a:lnTo>
                    <a:pt x="302" y="4"/>
                  </a:lnTo>
                  <a:lnTo>
                    <a:pt x="286" y="7"/>
                  </a:lnTo>
                  <a:lnTo>
                    <a:pt x="271" y="9"/>
                  </a:lnTo>
                  <a:lnTo>
                    <a:pt x="255" y="13"/>
                  </a:lnTo>
                  <a:lnTo>
                    <a:pt x="241" y="17"/>
                  </a:lnTo>
                  <a:lnTo>
                    <a:pt x="227" y="22"/>
                  </a:lnTo>
                  <a:lnTo>
                    <a:pt x="213" y="29"/>
                  </a:lnTo>
                  <a:lnTo>
                    <a:pt x="199" y="34"/>
                  </a:lnTo>
                  <a:lnTo>
                    <a:pt x="186" y="41"/>
                  </a:lnTo>
                  <a:lnTo>
                    <a:pt x="173" y="48"/>
                  </a:lnTo>
                  <a:lnTo>
                    <a:pt x="148" y="65"/>
                  </a:lnTo>
                  <a:lnTo>
                    <a:pt x="124" y="83"/>
                  </a:lnTo>
                  <a:lnTo>
                    <a:pt x="158" y="116"/>
                  </a:lnTo>
                  <a:lnTo>
                    <a:pt x="162" y="121"/>
                  </a:lnTo>
                  <a:lnTo>
                    <a:pt x="164" y="126"/>
                  </a:lnTo>
                  <a:lnTo>
                    <a:pt x="166" y="131"/>
                  </a:lnTo>
                  <a:lnTo>
                    <a:pt x="167" y="136"/>
                  </a:lnTo>
                  <a:lnTo>
                    <a:pt x="166" y="143"/>
                  </a:lnTo>
                  <a:lnTo>
                    <a:pt x="164" y="148"/>
                  </a:lnTo>
                  <a:lnTo>
                    <a:pt x="162" y="153"/>
                  </a:lnTo>
                  <a:lnTo>
                    <a:pt x="158" y="158"/>
                  </a:lnTo>
                  <a:lnTo>
                    <a:pt x="153" y="162"/>
                  </a:lnTo>
                  <a:lnTo>
                    <a:pt x="148" y="165"/>
                  </a:lnTo>
                  <a:lnTo>
                    <a:pt x="142" y="167"/>
                  </a:lnTo>
                  <a:lnTo>
                    <a:pt x="136" y="167"/>
                  </a:lnTo>
                  <a:lnTo>
                    <a:pt x="131" y="166"/>
                  </a:lnTo>
                  <a:lnTo>
                    <a:pt x="124" y="165"/>
                  </a:lnTo>
                  <a:lnTo>
                    <a:pt x="119" y="162"/>
                  </a:lnTo>
                  <a:lnTo>
                    <a:pt x="115" y="158"/>
                  </a:lnTo>
                  <a:lnTo>
                    <a:pt x="82" y="125"/>
                  </a:lnTo>
                  <a:lnTo>
                    <a:pt x="63" y="148"/>
                  </a:lnTo>
                  <a:lnTo>
                    <a:pt x="47" y="174"/>
                  </a:lnTo>
                  <a:lnTo>
                    <a:pt x="40" y="187"/>
                  </a:lnTo>
                  <a:lnTo>
                    <a:pt x="33" y="201"/>
                  </a:lnTo>
                  <a:lnTo>
                    <a:pt x="27" y="214"/>
                  </a:lnTo>
                  <a:lnTo>
                    <a:pt x="22" y="228"/>
                  </a:lnTo>
                  <a:lnTo>
                    <a:pt x="17" y="242"/>
                  </a:lnTo>
                  <a:lnTo>
                    <a:pt x="13" y="257"/>
                  </a:lnTo>
                  <a:lnTo>
                    <a:pt x="9" y="271"/>
                  </a:lnTo>
                  <a:lnTo>
                    <a:pt x="5" y="287"/>
                  </a:lnTo>
                  <a:lnTo>
                    <a:pt x="2" y="302"/>
                  </a:lnTo>
                  <a:lnTo>
                    <a:pt x="1" y="318"/>
                  </a:lnTo>
                  <a:lnTo>
                    <a:pt x="0" y="333"/>
                  </a:lnTo>
                  <a:lnTo>
                    <a:pt x="0" y="350"/>
                  </a:lnTo>
                  <a:lnTo>
                    <a:pt x="0" y="365"/>
                  </a:lnTo>
                  <a:lnTo>
                    <a:pt x="1" y="380"/>
                  </a:lnTo>
                  <a:lnTo>
                    <a:pt x="2" y="396"/>
                  </a:lnTo>
                  <a:lnTo>
                    <a:pt x="5" y="411"/>
                  </a:lnTo>
                  <a:lnTo>
                    <a:pt x="9" y="427"/>
                  </a:lnTo>
                  <a:lnTo>
                    <a:pt x="13" y="442"/>
                  </a:lnTo>
                  <a:lnTo>
                    <a:pt x="17" y="456"/>
                  </a:lnTo>
                  <a:lnTo>
                    <a:pt x="22" y="470"/>
                  </a:lnTo>
                  <a:lnTo>
                    <a:pt x="27" y="484"/>
                  </a:lnTo>
                  <a:lnTo>
                    <a:pt x="33" y="499"/>
                  </a:lnTo>
                  <a:lnTo>
                    <a:pt x="40" y="511"/>
                  </a:lnTo>
                  <a:lnTo>
                    <a:pt x="47" y="524"/>
                  </a:lnTo>
                  <a:lnTo>
                    <a:pt x="63" y="550"/>
                  </a:lnTo>
                  <a:lnTo>
                    <a:pt x="82" y="573"/>
                  </a:lnTo>
                  <a:lnTo>
                    <a:pt x="115" y="540"/>
                  </a:lnTo>
                  <a:lnTo>
                    <a:pt x="119" y="536"/>
                  </a:lnTo>
                  <a:lnTo>
                    <a:pt x="124" y="533"/>
                  </a:lnTo>
                  <a:lnTo>
                    <a:pt x="131" y="532"/>
                  </a:lnTo>
                  <a:lnTo>
                    <a:pt x="136" y="532"/>
                  </a:lnTo>
                  <a:lnTo>
                    <a:pt x="142" y="532"/>
                  </a:lnTo>
                  <a:lnTo>
                    <a:pt x="148" y="533"/>
                  </a:lnTo>
                  <a:lnTo>
                    <a:pt x="153" y="536"/>
                  </a:lnTo>
                  <a:lnTo>
                    <a:pt x="158" y="540"/>
                  </a:lnTo>
                  <a:lnTo>
                    <a:pt x="162" y="545"/>
                  </a:lnTo>
                  <a:lnTo>
                    <a:pt x="164" y="550"/>
                  </a:lnTo>
                  <a:lnTo>
                    <a:pt x="166" y="555"/>
                  </a:lnTo>
                  <a:lnTo>
                    <a:pt x="167" y="562"/>
                  </a:lnTo>
                  <a:lnTo>
                    <a:pt x="166" y="567"/>
                  </a:lnTo>
                  <a:lnTo>
                    <a:pt x="164" y="573"/>
                  </a:lnTo>
                  <a:lnTo>
                    <a:pt x="162" y="578"/>
                  </a:lnTo>
                  <a:lnTo>
                    <a:pt x="158" y="582"/>
                  </a:lnTo>
                  <a:lnTo>
                    <a:pt x="124" y="615"/>
                  </a:lnTo>
                  <a:lnTo>
                    <a:pt x="148" y="635"/>
                  </a:lnTo>
                  <a:lnTo>
                    <a:pt x="173" y="650"/>
                  </a:lnTo>
                  <a:lnTo>
                    <a:pt x="186" y="658"/>
                  </a:lnTo>
                  <a:lnTo>
                    <a:pt x="199" y="664"/>
                  </a:lnTo>
                  <a:lnTo>
                    <a:pt x="213" y="671"/>
                  </a:lnTo>
                  <a:lnTo>
                    <a:pt x="227" y="676"/>
                  </a:lnTo>
                  <a:lnTo>
                    <a:pt x="241" y="681"/>
                  </a:lnTo>
                  <a:lnTo>
                    <a:pt x="255" y="685"/>
                  </a:lnTo>
                  <a:lnTo>
                    <a:pt x="271" y="689"/>
                  </a:lnTo>
                  <a:lnTo>
                    <a:pt x="286" y="693"/>
                  </a:lnTo>
                  <a:lnTo>
                    <a:pt x="302" y="695"/>
                  </a:lnTo>
                  <a:lnTo>
                    <a:pt x="317" y="696"/>
                  </a:lnTo>
                  <a:lnTo>
                    <a:pt x="333" y="698"/>
                  </a:lnTo>
                  <a:lnTo>
                    <a:pt x="348" y="698"/>
                  </a:lnTo>
                  <a:lnTo>
                    <a:pt x="365" y="698"/>
                  </a:lnTo>
                  <a:lnTo>
                    <a:pt x="380" y="696"/>
                  </a:lnTo>
                  <a:lnTo>
                    <a:pt x="395" y="695"/>
                  </a:lnTo>
                  <a:lnTo>
                    <a:pt x="411" y="693"/>
                  </a:lnTo>
                  <a:lnTo>
                    <a:pt x="426" y="689"/>
                  </a:lnTo>
                  <a:lnTo>
                    <a:pt x="440" y="685"/>
                  </a:lnTo>
                  <a:lnTo>
                    <a:pt x="456" y="681"/>
                  </a:lnTo>
                  <a:lnTo>
                    <a:pt x="470" y="676"/>
                  </a:lnTo>
                  <a:lnTo>
                    <a:pt x="484" y="671"/>
                  </a:lnTo>
                  <a:lnTo>
                    <a:pt x="497" y="664"/>
                  </a:lnTo>
                  <a:lnTo>
                    <a:pt x="511" y="658"/>
                  </a:lnTo>
                  <a:lnTo>
                    <a:pt x="524" y="650"/>
                  </a:lnTo>
                  <a:lnTo>
                    <a:pt x="550" y="635"/>
                  </a:lnTo>
                  <a:lnTo>
                    <a:pt x="573" y="615"/>
                  </a:lnTo>
                  <a:lnTo>
                    <a:pt x="539" y="582"/>
                  </a:lnTo>
                  <a:lnTo>
                    <a:pt x="535" y="578"/>
                  </a:lnTo>
                  <a:lnTo>
                    <a:pt x="533" y="573"/>
                  </a:lnTo>
                  <a:lnTo>
                    <a:pt x="532" y="567"/>
                  </a:lnTo>
                  <a:lnTo>
                    <a:pt x="530" y="562"/>
                  </a:lnTo>
                  <a:lnTo>
                    <a:pt x="532" y="555"/>
                  </a:lnTo>
                  <a:lnTo>
                    <a:pt x="533" y="550"/>
                  </a:lnTo>
                  <a:lnTo>
                    <a:pt x="535" y="545"/>
                  </a:lnTo>
                  <a:lnTo>
                    <a:pt x="539" y="5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13" name="Forma libre 3621">
              <a:extLst>
                <a:ext uri="{FF2B5EF4-FFF2-40B4-BE49-F238E27FC236}">
                  <a16:creationId xmlns:a16="http://schemas.microsoft.com/office/drawing/2014/main" id="{AD76D8F2-24A8-45C7-93D1-4E507EA27F85}"/>
                </a:ext>
              </a:extLst>
            </p:cNvPr>
            <p:cNvSpPr>
              <a:spLocks/>
            </p:cNvSpPr>
            <p:nvPr/>
          </p:nvSpPr>
          <p:spPr bwMode="auto">
            <a:xfrm>
              <a:off x="11109325" y="885825"/>
              <a:ext cx="123825" cy="71438"/>
            </a:xfrm>
            <a:custGeom>
              <a:avLst/>
              <a:gdLst>
                <a:gd name="T0" fmla="*/ 220 w 312"/>
                <a:gd name="T1" fmla="*/ 82 h 180"/>
                <a:gd name="T2" fmla="*/ 295 w 312"/>
                <a:gd name="T3" fmla="*/ 20 h 180"/>
                <a:gd name="T4" fmla="*/ 299 w 312"/>
                <a:gd name="T5" fmla="*/ 16 h 180"/>
                <a:gd name="T6" fmla="*/ 300 w 312"/>
                <a:gd name="T7" fmla="*/ 13 h 180"/>
                <a:gd name="T8" fmla="*/ 299 w 312"/>
                <a:gd name="T9" fmla="*/ 7 h 180"/>
                <a:gd name="T10" fmla="*/ 296 w 312"/>
                <a:gd name="T11" fmla="*/ 4 h 180"/>
                <a:gd name="T12" fmla="*/ 294 w 312"/>
                <a:gd name="T13" fmla="*/ 1 h 180"/>
                <a:gd name="T14" fmla="*/ 288 w 312"/>
                <a:gd name="T15" fmla="*/ 0 h 180"/>
                <a:gd name="T16" fmla="*/ 285 w 312"/>
                <a:gd name="T17" fmla="*/ 0 h 180"/>
                <a:gd name="T18" fmla="*/ 279 w 312"/>
                <a:gd name="T19" fmla="*/ 2 h 180"/>
                <a:gd name="T20" fmla="*/ 155 w 312"/>
                <a:gd name="T21" fmla="*/ 104 h 180"/>
                <a:gd name="T22" fmla="*/ 30 w 312"/>
                <a:gd name="T23" fmla="*/ 2 h 180"/>
                <a:gd name="T24" fmla="*/ 26 w 312"/>
                <a:gd name="T25" fmla="*/ 0 h 180"/>
                <a:gd name="T26" fmla="*/ 21 w 312"/>
                <a:gd name="T27" fmla="*/ 0 h 180"/>
                <a:gd name="T28" fmla="*/ 18 w 312"/>
                <a:gd name="T29" fmla="*/ 1 h 180"/>
                <a:gd name="T30" fmla="*/ 14 w 312"/>
                <a:gd name="T31" fmla="*/ 4 h 180"/>
                <a:gd name="T32" fmla="*/ 11 w 312"/>
                <a:gd name="T33" fmla="*/ 7 h 180"/>
                <a:gd name="T34" fmla="*/ 11 w 312"/>
                <a:gd name="T35" fmla="*/ 13 h 180"/>
                <a:gd name="T36" fmla="*/ 12 w 312"/>
                <a:gd name="T37" fmla="*/ 16 h 180"/>
                <a:gd name="T38" fmla="*/ 15 w 312"/>
                <a:gd name="T39" fmla="*/ 20 h 180"/>
                <a:gd name="T40" fmla="*/ 91 w 312"/>
                <a:gd name="T41" fmla="*/ 82 h 180"/>
                <a:gd name="T42" fmla="*/ 3 w 312"/>
                <a:gd name="T43" fmla="*/ 159 h 180"/>
                <a:gd name="T44" fmla="*/ 1 w 312"/>
                <a:gd name="T45" fmla="*/ 162 h 180"/>
                <a:gd name="T46" fmla="*/ 0 w 312"/>
                <a:gd name="T47" fmla="*/ 167 h 180"/>
                <a:gd name="T48" fmla="*/ 0 w 312"/>
                <a:gd name="T49" fmla="*/ 172 h 180"/>
                <a:gd name="T50" fmla="*/ 2 w 312"/>
                <a:gd name="T51" fmla="*/ 176 h 180"/>
                <a:gd name="T52" fmla="*/ 6 w 312"/>
                <a:gd name="T53" fmla="*/ 178 h 180"/>
                <a:gd name="T54" fmla="*/ 11 w 312"/>
                <a:gd name="T55" fmla="*/ 180 h 180"/>
                <a:gd name="T56" fmla="*/ 15 w 312"/>
                <a:gd name="T57" fmla="*/ 178 h 180"/>
                <a:gd name="T58" fmla="*/ 19 w 312"/>
                <a:gd name="T59" fmla="*/ 177 h 180"/>
                <a:gd name="T60" fmla="*/ 110 w 312"/>
                <a:gd name="T61" fmla="*/ 97 h 180"/>
                <a:gd name="T62" fmla="*/ 147 w 312"/>
                <a:gd name="T63" fmla="*/ 128 h 180"/>
                <a:gd name="T64" fmla="*/ 151 w 312"/>
                <a:gd name="T65" fmla="*/ 131 h 180"/>
                <a:gd name="T66" fmla="*/ 155 w 312"/>
                <a:gd name="T67" fmla="*/ 132 h 180"/>
                <a:gd name="T68" fmla="*/ 159 w 312"/>
                <a:gd name="T69" fmla="*/ 131 h 180"/>
                <a:gd name="T70" fmla="*/ 163 w 312"/>
                <a:gd name="T71" fmla="*/ 128 h 180"/>
                <a:gd name="T72" fmla="*/ 201 w 312"/>
                <a:gd name="T73" fmla="*/ 97 h 180"/>
                <a:gd name="T74" fmla="*/ 291 w 312"/>
                <a:gd name="T75" fmla="*/ 177 h 180"/>
                <a:gd name="T76" fmla="*/ 295 w 312"/>
                <a:gd name="T77" fmla="*/ 178 h 180"/>
                <a:gd name="T78" fmla="*/ 300 w 312"/>
                <a:gd name="T79" fmla="*/ 180 h 180"/>
                <a:gd name="T80" fmla="*/ 304 w 312"/>
                <a:gd name="T81" fmla="*/ 178 h 180"/>
                <a:gd name="T82" fmla="*/ 309 w 312"/>
                <a:gd name="T83" fmla="*/ 176 h 180"/>
                <a:gd name="T84" fmla="*/ 310 w 312"/>
                <a:gd name="T85" fmla="*/ 172 h 180"/>
                <a:gd name="T86" fmla="*/ 312 w 312"/>
                <a:gd name="T87" fmla="*/ 167 h 180"/>
                <a:gd name="T88" fmla="*/ 310 w 312"/>
                <a:gd name="T89" fmla="*/ 162 h 180"/>
                <a:gd name="T90" fmla="*/ 308 w 312"/>
                <a:gd name="T91" fmla="*/ 159 h 180"/>
                <a:gd name="T92" fmla="*/ 220 w 312"/>
                <a:gd name="T93" fmla="*/ 8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12" h="180">
                  <a:moveTo>
                    <a:pt x="220" y="82"/>
                  </a:moveTo>
                  <a:lnTo>
                    <a:pt x="295" y="20"/>
                  </a:lnTo>
                  <a:lnTo>
                    <a:pt x="299" y="16"/>
                  </a:lnTo>
                  <a:lnTo>
                    <a:pt x="300" y="13"/>
                  </a:lnTo>
                  <a:lnTo>
                    <a:pt x="299" y="7"/>
                  </a:lnTo>
                  <a:lnTo>
                    <a:pt x="296" y="4"/>
                  </a:lnTo>
                  <a:lnTo>
                    <a:pt x="294" y="1"/>
                  </a:lnTo>
                  <a:lnTo>
                    <a:pt x="288" y="0"/>
                  </a:lnTo>
                  <a:lnTo>
                    <a:pt x="285" y="0"/>
                  </a:lnTo>
                  <a:lnTo>
                    <a:pt x="279" y="2"/>
                  </a:lnTo>
                  <a:lnTo>
                    <a:pt x="155" y="104"/>
                  </a:lnTo>
                  <a:lnTo>
                    <a:pt x="30" y="2"/>
                  </a:lnTo>
                  <a:lnTo>
                    <a:pt x="26" y="0"/>
                  </a:lnTo>
                  <a:lnTo>
                    <a:pt x="21" y="0"/>
                  </a:lnTo>
                  <a:lnTo>
                    <a:pt x="18" y="1"/>
                  </a:lnTo>
                  <a:lnTo>
                    <a:pt x="14" y="4"/>
                  </a:lnTo>
                  <a:lnTo>
                    <a:pt x="11" y="7"/>
                  </a:lnTo>
                  <a:lnTo>
                    <a:pt x="11" y="13"/>
                  </a:lnTo>
                  <a:lnTo>
                    <a:pt x="12" y="16"/>
                  </a:lnTo>
                  <a:lnTo>
                    <a:pt x="15" y="20"/>
                  </a:lnTo>
                  <a:lnTo>
                    <a:pt x="91" y="82"/>
                  </a:lnTo>
                  <a:lnTo>
                    <a:pt x="3" y="159"/>
                  </a:lnTo>
                  <a:lnTo>
                    <a:pt x="1" y="162"/>
                  </a:lnTo>
                  <a:lnTo>
                    <a:pt x="0" y="167"/>
                  </a:lnTo>
                  <a:lnTo>
                    <a:pt x="0" y="172"/>
                  </a:lnTo>
                  <a:lnTo>
                    <a:pt x="2" y="176"/>
                  </a:lnTo>
                  <a:lnTo>
                    <a:pt x="6" y="178"/>
                  </a:lnTo>
                  <a:lnTo>
                    <a:pt x="11" y="180"/>
                  </a:lnTo>
                  <a:lnTo>
                    <a:pt x="15" y="178"/>
                  </a:lnTo>
                  <a:lnTo>
                    <a:pt x="19" y="177"/>
                  </a:lnTo>
                  <a:lnTo>
                    <a:pt x="110" y="97"/>
                  </a:lnTo>
                  <a:lnTo>
                    <a:pt x="147" y="128"/>
                  </a:lnTo>
                  <a:lnTo>
                    <a:pt x="151" y="131"/>
                  </a:lnTo>
                  <a:lnTo>
                    <a:pt x="155" y="132"/>
                  </a:lnTo>
                  <a:lnTo>
                    <a:pt x="159" y="131"/>
                  </a:lnTo>
                  <a:lnTo>
                    <a:pt x="163" y="128"/>
                  </a:lnTo>
                  <a:lnTo>
                    <a:pt x="201" y="97"/>
                  </a:lnTo>
                  <a:lnTo>
                    <a:pt x="291" y="177"/>
                  </a:lnTo>
                  <a:lnTo>
                    <a:pt x="295" y="178"/>
                  </a:lnTo>
                  <a:lnTo>
                    <a:pt x="300" y="180"/>
                  </a:lnTo>
                  <a:lnTo>
                    <a:pt x="304" y="178"/>
                  </a:lnTo>
                  <a:lnTo>
                    <a:pt x="309" y="176"/>
                  </a:lnTo>
                  <a:lnTo>
                    <a:pt x="310" y="172"/>
                  </a:lnTo>
                  <a:lnTo>
                    <a:pt x="312" y="167"/>
                  </a:lnTo>
                  <a:lnTo>
                    <a:pt x="310" y="162"/>
                  </a:lnTo>
                  <a:lnTo>
                    <a:pt x="308" y="159"/>
                  </a:lnTo>
                  <a:lnTo>
                    <a:pt x="22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14" name="Forma libre 3622">
              <a:extLst>
                <a:ext uri="{FF2B5EF4-FFF2-40B4-BE49-F238E27FC236}">
                  <a16:creationId xmlns:a16="http://schemas.microsoft.com/office/drawing/2014/main" id="{BFC5AFB5-B934-4878-815B-12196286A21C}"/>
                </a:ext>
              </a:extLst>
            </p:cNvPr>
            <p:cNvSpPr>
              <a:spLocks/>
            </p:cNvSpPr>
            <p:nvPr/>
          </p:nvSpPr>
          <p:spPr bwMode="auto">
            <a:xfrm>
              <a:off x="11250613" y="993775"/>
              <a:ext cx="63500" cy="63500"/>
            </a:xfrm>
            <a:custGeom>
              <a:avLst/>
              <a:gdLst>
                <a:gd name="T0" fmla="*/ 21 w 161"/>
                <a:gd name="T1" fmla="*/ 3 h 159"/>
                <a:gd name="T2" fmla="*/ 17 w 161"/>
                <a:gd name="T3" fmla="*/ 0 h 159"/>
                <a:gd name="T4" fmla="*/ 13 w 161"/>
                <a:gd name="T5" fmla="*/ 0 h 159"/>
                <a:gd name="T6" fmla="*/ 8 w 161"/>
                <a:gd name="T7" fmla="*/ 0 h 159"/>
                <a:gd name="T8" fmla="*/ 4 w 161"/>
                <a:gd name="T9" fmla="*/ 3 h 159"/>
                <a:gd name="T10" fmla="*/ 2 w 161"/>
                <a:gd name="T11" fmla="*/ 6 h 159"/>
                <a:gd name="T12" fmla="*/ 0 w 161"/>
                <a:gd name="T13" fmla="*/ 12 h 159"/>
                <a:gd name="T14" fmla="*/ 2 w 161"/>
                <a:gd name="T15" fmla="*/ 15 h 159"/>
                <a:gd name="T16" fmla="*/ 4 w 161"/>
                <a:gd name="T17" fmla="*/ 21 h 159"/>
                <a:gd name="T18" fmla="*/ 140 w 161"/>
                <a:gd name="T19" fmla="*/ 157 h 159"/>
                <a:gd name="T20" fmla="*/ 144 w 161"/>
                <a:gd name="T21" fmla="*/ 159 h 159"/>
                <a:gd name="T22" fmla="*/ 149 w 161"/>
                <a:gd name="T23" fmla="*/ 159 h 159"/>
                <a:gd name="T24" fmla="*/ 153 w 161"/>
                <a:gd name="T25" fmla="*/ 159 h 159"/>
                <a:gd name="T26" fmla="*/ 157 w 161"/>
                <a:gd name="T27" fmla="*/ 157 h 159"/>
                <a:gd name="T28" fmla="*/ 160 w 161"/>
                <a:gd name="T29" fmla="*/ 153 h 159"/>
                <a:gd name="T30" fmla="*/ 161 w 161"/>
                <a:gd name="T31" fmla="*/ 148 h 159"/>
                <a:gd name="T32" fmla="*/ 160 w 161"/>
                <a:gd name="T33" fmla="*/ 144 h 159"/>
                <a:gd name="T34" fmla="*/ 157 w 161"/>
                <a:gd name="T35" fmla="*/ 139 h 159"/>
                <a:gd name="T36" fmla="*/ 21 w 161"/>
                <a:gd name="T37" fmla="*/ 3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1" h="159">
                  <a:moveTo>
                    <a:pt x="21" y="3"/>
                  </a:moveTo>
                  <a:lnTo>
                    <a:pt x="17" y="0"/>
                  </a:lnTo>
                  <a:lnTo>
                    <a:pt x="13" y="0"/>
                  </a:lnTo>
                  <a:lnTo>
                    <a:pt x="8" y="0"/>
                  </a:lnTo>
                  <a:lnTo>
                    <a:pt x="4" y="3"/>
                  </a:lnTo>
                  <a:lnTo>
                    <a:pt x="2" y="6"/>
                  </a:lnTo>
                  <a:lnTo>
                    <a:pt x="0" y="12"/>
                  </a:lnTo>
                  <a:lnTo>
                    <a:pt x="2" y="15"/>
                  </a:lnTo>
                  <a:lnTo>
                    <a:pt x="4" y="21"/>
                  </a:lnTo>
                  <a:lnTo>
                    <a:pt x="140" y="157"/>
                  </a:lnTo>
                  <a:lnTo>
                    <a:pt x="144" y="159"/>
                  </a:lnTo>
                  <a:lnTo>
                    <a:pt x="149" y="159"/>
                  </a:lnTo>
                  <a:lnTo>
                    <a:pt x="153" y="159"/>
                  </a:lnTo>
                  <a:lnTo>
                    <a:pt x="157" y="157"/>
                  </a:lnTo>
                  <a:lnTo>
                    <a:pt x="160" y="153"/>
                  </a:lnTo>
                  <a:lnTo>
                    <a:pt x="161" y="148"/>
                  </a:lnTo>
                  <a:lnTo>
                    <a:pt x="160" y="144"/>
                  </a:lnTo>
                  <a:lnTo>
                    <a:pt x="157" y="139"/>
                  </a:lnTo>
                  <a:lnTo>
                    <a:pt x="2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15" name="Forma libre 3623">
              <a:extLst>
                <a:ext uri="{FF2B5EF4-FFF2-40B4-BE49-F238E27FC236}">
                  <a16:creationId xmlns:a16="http://schemas.microsoft.com/office/drawing/2014/main" id="{6FEA2310-F55A-42DA-913D-4342D4C4A861}"/>
                </a:ext>
              </a:extLst>
            </p:cNvPr>
            <p:cNvSpPr>
              <a:spLocks/>
            </p:cNvSpPr>
            <p:nvPr/>
          </p:nvSpPr>
          <p:spPr bwMode="auto">
            <a:xfrm>
              <a:off x="11028363" y="993775"/>
              <a:ext cx="63500" cy="63500"/>
            </a:xfrm>
            <a:custGeom>
              <a:avLst/>
              <a:gdLst>
                <a:gd name="T0" fmla="*/ 157 w 160"/>
                <a:gd name="T1" fmla="*/ 3 h 159"/>
                <a:gd name="T2" fmla="*/ 153 w 160"/>
                <a:gd name="T3" fmla="*/ 0 h 159"/>
                <a:gd name="T4" fmla="*/ 148 w 160"/>
                <a:gd name="T5" fmla="*/ 0 h 159"/>
                <a:gd name="T6" fmla="*/ 144 w 160"/>
                <a:gd name="T7" fmla="*/ 0 h 159"/>
                <a:gd name="T8" fmla="*/ 139 w 160"/>
                <a:gd name="T9" fmla="*/ 3 h 159"/>
                <a:gd name="T10" fmla="*/ 3 w 160"/>
                <a:gd name="T11" fmla="*/ 139 h 159"/>
                <a:gd name="T12" fmla="*/ 0 w 160"/>
                <a:gd name="T13" fmla="*/ 144 h 159"/>
                <a:gd name="T14" fmla="*/ 0 w 160"/>
                <a:gd name="T15" fmla="*/ 148 h 159"/>
                <a:gd name="T16" fmla="*/ 0 w 160"/>
                <a:gd name="T17" fmla="*/ 153 h 159"/>
                <a:gd name="T18" fmla="*/ 3 w 160"/>
                <a:gd name="T19" fmla="*/ 157 h 159"/>
                <a:gd name="T20" fmla="*/ 7 w 160"/>
                <a:gd name="T21" fmla="*/ 159 h 159"/>
                <a:gd name="T22" fmla="*/ 12 w 160"/>
                <a:gd name="T23" fmla="*/ 159 h 159"/>
                <a:gd name="T24" fmla="*/ 16 w 160"/>
                <a:gd name="T25" fmla="*/ 159 h 159"/>
                <a:gd name="T26" fmla="*/ 21 w 160"/>
                <a:gd name="T27" fmla="*/ 157 h 159"/>
                <a:gd name="T28" fmla="*/ 157 w 160"/>
                <a:gd name="T29" fmla="*/ 21 h 159"/>
                <a:gd name="T30" fmla="*/ 160 w 160"/>
                <a:gd name="T31" fmla="*/ 15 h 159"/>
                <a:gd name="T32" fmla="*/ 160 w 160"/>
                <a:gd name="T33" fmla="*/ 12 h 159"/>
                <a:gd name="T34" fmla="*/ 160 w 160"/>
                <a:gd name="T35" fmla="*/ 6 h 159"/>
                <a:gd name="T36" fmla="*/ 157 w 160"/>
                <a:gd name="T37" fmla="*/ 3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0" h="159">
                  <a:moveTo>
                    <a:pt x="157" y="3"/>
                  </a:moveTo>
                  <a:lnTo>
                    <a:pt x="153" y="0"/>
                  </a:lnTo>
                  <a:lnTo>
                    <a:pt x="148" y="0"/>
                  </a:lnTo>
                  <a:lnTo>
                    <a:pt x="144" y="0"/>
                  </a:lnTo>
                  <a:lnTo>
                    <a:pt x="139" y="3"/>
                  </a:lnTo>
                  <a:lnTo>
                    <a:pt x="3" y="139"/>
                  </a:lnTo>
                  <a:lnTo>
                    <a:pt x="0" y="144"/>
                  </a:lnTo>
                  <a:lnTo>
                    <a:pt x="0" y="148"/>
                  </a:lnTo>
                  <a:lnTo>
                    <a:pt x="0" y="153"/>
                  </a:lnTo>
                  <a:lnTo>
                    <a:pt x="3" y="157"/>
                  </a:lnTo>
                  <a:lnTo>
                    <a:pt x="7" y="159"/>
                  </a:lnTo>
                  <a:lnTo>
                    <a:pt x="12" y="159"/>
                  </a:lnTo>
                  <a:lnTo>
                    <a:pt x="16" y="159"/>
                  </a:lnTo>
                  <a:lnTo>
                    <a:pt x="21" y="157"/>
                  </a:lnTo>
                  <a:lnTo>
                    <a:pt x="157" y="21"/>
                  </a:lnTo>
                  <a:lnTo>
                    <a:pt x="160" y="15"/>
                  </a:lnTo>
                  <a:lnTo>
                    <a:pt x="160" y="12"/>
                  </a:lnTo>
                  <a:lnTo>
                    <a:pt x="160" y="6"/>
                  </a:lnTo>
                  <a:lnTo>
                    <a:pt x="157"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16" name="Forma libre 3624">
              <a:extLst>
                <a:ext uri="{FF2B5EF4-FFF2-40B4-BE49-F238E27FC236}">
                  <a16:creationId xmlns:a16="http://schemas.microsoft.com/office/drawing/2014/main" id="{A80953AC-975D-4E59-BEC4-4B21BEA83C06}"/>
                </a:ext>
              </a:extLst>
            </p:cNvPr>
            <p:cNvSpPr>
              <a:spLocks/>
            </p:cNvSpPr>
            <p:nvPr/>
          </p:nvSpPr>
          <p:spPr bwMode="auto">
            <a:xfrm>
              <a:off x="11250613" y="771525"/>
              <a:ext cx="63500" cy="63500"/>
            </a:xfrm>
            <a:custGeom>
              <a:avLst/>
              <a:gdLst>
                <a:gd name="T0" fmla="*/ 4 w 161"/>
                <a:gd name="T1" fmla="*/ 156 h 160"/>
                <a:gd name="T2" fmla="*/ 8 w 161"/>
                <a:gd name="T3" fmla="*/ 159 h 160"/>
                <a:gd name="T4" fmla="*/ 12 w 161"/>
                <a:gd name="T5" fmla="*/ 160 h 160"/>
                <a:gd name="T6" fmla="*/ 17 w 161"/>
                <a:gd name="T7" fmla="*/ 159 h 160"/>
                <a:gd name="T8" fmla="*/ 21 w 161"/>
                <a:gd name="T9" fmla="*/ 156 h 160"/>
                <a:gd name="T10" fmla="*/ 157 w 161"/>
                <a:gd name="T11" fmla="*/ 20 h 160"/>
                <a:gd name="T12" fmla="*/ 160 w 161"/>
                <a:gd name="T13" fmla="*/ 16 h 160"/>
                <a:gd name="T14" fmla="*/ 161 w 161"/>
                <a:gd name="T15" fmla="*/ 11 h 160"/>
                <a:gd name="T16" fmla="*/ 160 w 161"/>
                <a:gd name="T17" fmla="*/ 7 h 160"/>
                <a:gd name="T18" fmla="*/ 157 w 161"/>
                <a:gd name="T19" fmla="*/ 4 h 160"/>
                <a:gd name="T20" fmla="*/ 153 w 161"/>
                <a:gd name="T21" fmla="*/ 1 h 160"/>
                <a:gd name="T22" fmla="*/ 149 w 161"/>
                <a:gd name="T23" fmla="*/ 0 h 160"/>
                <a:gd name="T24" fmla="*/ 144 w 161"/>
                <a:gd name="T25" fmla="*/ 1 h 160"/>
                <a:gd name="T26" fmla="*/ 140 w 161"/>
                <a:gd name="T27" fmla="*/ 4 h 160"/>
                <a:gd name="T28" fmla="*/ 4 w 161"/>
                <a:gd name="T29" fmla="*/ 140 h 160"/>
                <a:gd name="T30" fmla="*/ 2 w 161"/>
                <a:gd name="T31" fmla="*/ 144 h 160"/>
                <a:gd name="T32" fmla="*/ 0 w 161"/>
                <a:gd name="T33" fmla="*/ 147 h 160"/>
                <a:gd name="T34" fmla="*/ 2 w 161"/>
                <a:gd name="T35" fmla="*/ 153 h 160"/>
                <a:gd name="T36" fmla="*/ 4 w 161"/>
                <a:gd name="T37" fmla="*/ 15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1" h="160">
                  <a:moveTo>
                    <a:pt x="4" y="156"/>
                  </a:moveTo>
                  <a:lnTo>
                    <a:pt x="8" y="159"/>
                  </a:lnTo>
                  <a:lnTo>
                    <a:pt x="12" y="160"/>
                  </a:lnTo>
                  <a:lnTo>
                    <a:pt x="17" y="159"/>
                  </a:lnTo>
                  <a:lnTo>
                    <a:pt x="21" y="156"/>
                  </a:lnTo>
                  <a:lnTo>
                    <a:pt x="157" y="20"/>
                  </a:lnTo>
                  <a:lnTo>
                    <a:pt x="160" y="16"/>
                  </a:lnTo>
                  <a:lnTo>
                    <a:pt x="161" y="11"/>
                  </a:lnTo>
                  <a:lnTo>
                    <a:pt x="160" y="7"/>
                  </a:lnTo>
                  <a:lnTo>
                    <a:pt x="157" y="4"/>
                  </a:lnTo>
                  <a:lnTo>
                    <a:pt x="153" y="1"/>
                  </a:lnTo>
                  <a:lnTo>
                    <a:pt x="149" y="0"/>
                  </a:lnTo>
                  <a:lnTo>
                    <a:pt x="144" y="1"/>
                  </a:lnTo>
                  <a:lnTo>
                    <a:pt x="140" y="4"/>
                  </a:lnTo>
                  <a:lnTo>
                    <a:pt x="4" y="140"/>
                  </a:lnTo>
                  <a:lnTo>
                    <a:pt x="2" y="144"/>
                  </a:lnTo>
                  <a:lnTo>
                    <a:pt x="0" y="147"/>
                  </a:lnTo>
                  <a:lnTo>
                    <a:pt x="2" y="153"/>
                  </a:lnTo>
                  <a:lnTo>
                    <a:pt x="4"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17" name="Forma libre 3625">
              <a:extLst>
                <a:ext uri="{FF2B5EF4-FFF2-40B4-BE49-F238E27FC236}">
                  <a16:creationId xmlns:a16="http://schemas.microsoft.com/office/drawing/2014/main" id="{DCEEE9E8-A5B3-4D81-814B-3132C0A5CC75}"/>
                </a:ext>
              </a:extLst>
            </p:cNvPr>
            <p:cNvSpPr>
              <a:spLocks/>
            </p:cNvSpPr>
            <p:nvPr/>
          </p:nvSpPr>
          <p:spPr bwMode="auto">
            <a:xfrm>
              <a:off x="11028363" y="771525"/>
              <a:ext cx="63500" cy="63500"/>
            </a:xfrm>
            <a:custGeom>
              <a:avLst/>
              <a:gdLst>
                <a:gd name="T0" fmla="*/ 139 w 160"/>
                <a:gd name="T1" fmla="*/ 156 h 160"/>
                <a:gd name="T2" fmla="*/ 144 w 160"/>
                <a:gd name="T3" fmla="*/ 159 h 160"/>
                <a:gd name="T4" fmla="*/ 148 w 160"/>
                <a:gd name="T5" fmla="*/ 160 h 160"/>
                <a:gd name="T6" fmla="*/ 153 w 160"/>
                <a:gd name="T7" fmla="*/ 159 h 160"/>
                <a:gd name="T8" fmla="*/ 157 w 160"/>
                <a:gd name="T9" fmla="*/ 156 h 160"/>
                <a:gd name="T10" fmla="*/ 160 w 160"/>
                <a:gd name="T11" fmla="*/ 153 h 160"/>
                <a:gd name="T12" fmla="*/ 160 w 160"/>
                <a:gd name="T13" fmla="*/ 149 h 160"/>
                <a:gd name="T14" fmla="*/ 160 w 160"/>
                <a:gd name="T15" fmla="*/ 144 h 160"/>
                <a:gd name="T16" fmla="*/ 157 w 160"/>
                <a:gd name="T17" fmla="*/ 140 h 160"/>
                <a:gd name="T18" fmla="*/ 21 w 160"/>
                <a:gd name="T19" fmla="*/ 4 h 160"/>
                <a:gd name="T20" fmla="*/ 16 w 160"/>
                <a:gd name="T21" fmla="*/ 1 h 160"/>
                <a:gd name="T22" fmla="*/ 12 w 160"/>
                <a:gd name="T23" fmla="*/ 0 h 160"/>
                <a:gd name="T24" fmla="*/ 7 w 160"/>
                <a:gd name="T25" fmla="*/ 1 h 160"/>
                <a:gd name="T26" fmla="*/ 3 w 160"/>
                <a:gd name="T27" fmla="*/ 4 h 160"/>
                <a:gd name="T28" fmla="*/ 0 w 160"/>
                <a:gd name="T29" fmla="*/ 7 h 160"/>
                <a:gd name="T30" fmla="*/ 0 w 160"/>
                <a:gd name="T31" fmla="*/ 11 h 160"/>
                <a:gd name="T32" fmla="*/ 0 w 160"/>
                <a:gd name="T33" fmla="*/ 16 h 160"/>
                <a:gd name="T34" fmla="*/ 3 w 160"/>
                <a:gd name="T35" fmla="*/ 20 h 160"/>
                <a:gd name="T36" fmla="*/ 139 w 160"/>
                <a:gd name="T37" fmla="*/ 15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0" h="160">
                  <a:moveTo>
                    <a:pt x="139" y="156"/>
                  </a:moveTo>
                  <a:lnTo>
                    <a:pt x="144" y="159"/>
                  </a:lnTo>
                  <a:lnTo>
                    <a:pt x="148" y="160"/>
                  </a:lnTo>
                  <a:lnTo>
                    <a:pt x="153" y="159"/>
                  </a:lnTo>
                  <a:lnTo>
                    <a:pt x="157" y="156"/>
                  </a:lnTo>
                  <a:lnTo>
                    <a:pt x="160" y="153"/>
                  </a:lnTo>
                  <a:lnTo>
                    <a:pt x="160" y="149"/>
                  </a:lnTo>
                  <a:lnTo>
                    <a:pt x="160" y="144"/>
                  </a:lnTo>
                  <a:lnTo>
                    <a:pt x="157" y="140"/>
                  </a:lnTo>
                  <a:lnTo>
                    <a:pt x="21" y="4"/>
                  </a:lnTo>
                  <a:lnTo>
                    <a:pt x="16" y="1"/>
                  </a:lnTo>
                  <a:lnTo>
                    <a:pt x="12" y="0"/>
                  </a:lnTo>
                  <a:lnTo>
                    <a:pt x="7" y="1"/>
                  </a:lnTo>
                  <a:lnTo>
                    <a:pt x="3" y="4"/>
                  </a:lnTo>
                  <a:lnTo>
                    <a:pt x="0" y="7"/>
                  </a:lnTo>
                  <a:lnTo>
                    <a:pt x="0" y="11"/>
                  </a:lnTo>
                  <a:lnTo>
                    <a:pt x="0" y="16"/>
                  </a:lnTo>
                  <a:lnTo>
                    <a:pt x="3" y="20"/>
                  </a:lnTo>
                  <a:lnTo>
                    <a:pt x="139"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grpSp>
      <p:grpSp>
        <p:nvGrpSpPr>
          <p:cNvPr id="118" name="Grupo 117" descr="Icono de cajas. ">
            <a:extLst>
              <a:ext uri="{FF2B5EF4-FFF2-40B4-BE49-F238E27FC236}">
                <a16:creationId xmlns:a16="http://schemas.microsoft.com/office/drawing/2014/main" id="{75BF619E-615D-4C1A-A3A1-04DFC90E2F3F}"/>
              </a:ext>
            </a:extLst>
          </p:cNvPr>
          <p:cNvGrpSpPr/>
          <p:nvPr/>
        </p:nvGrpSpPr>
        <p:grpSpPr>
          <a:xfrm>
            <a:off x="11058919" y="1368977"/>
            <a:ext cx="287337" cy="285750"/>
            <a:chOff x="5465763" y="3068638"/>
            <a:chExt cx="287337" cy="285750"/>
          </a:xfrm>
          <a:solidFill>
            <a:schemeClr val="bg1"/>
          </a:solidFill>
        </p:grpSpPr>
        <p:sp>
          <p:nvSpPr>
            <p:cNvPr id="119" name="Forma libre 617">
              <a:extLst>
                <a:ext uri="{FF2B5EF4-FFF2-40B4-BE49-F238E27FC236}">
                  <a16:creationId xmlns:a16="http://schemas.microsoft.com/office/drawing/2014/main" id="{01C5157B-D811-44C7-8E5F-D3F25F98966E}"/>
                </a:ext>
              </a:extLst>
            </p:cNvPr>
            <p:cNvSpPr>
              <a:spLocks/>
            </p:cNvSpPr>
            <p:nvPr/>
          </p:nvSpPr>
          <p:spPr bwMode="auto">
            <a:xfrm>
              <a:off x="5564188" y="3068638"/>
              <a:ext cx="119063" cy="38100"/>
            </a:xfrm>
            <a:custGeom>
              <a:avLst/>
              <a:gdLst>
                <a:gd name="T0" fmla="*/ 375 w 375"/>
                <a:gd name="T1" fmla="*/ 62 h 120"/>
                <a:gd name="T2" fmla="*/ 374 w 375"/>
                <a:gd name="T3" fmla="*/ 62 h 120"/>
                <a:gd name="T4" fmla="*/ 373 w 375"/>
                <a:gd name="T5" fmla="*/ 61 h 120"/>
                <a:gd name="T6" fmla="*/ 193 w 375"/>
                <a:gd name="T7" fmla="*/ 1 h 120"/>
                <a:gd name="T8" fmla="*/ 188 w 375"/>
                <a:gd name="T9" fmla="*/ 0 h 120"/>
                <a:gd name="T10" fmla="*/ 183 w 375"/>
                <a:gd name="T11" fmla="*/ 1 h 120"/>
                <a:gd name="T12" fmla="*/ 2 w 375"/>
                <a:gd name="T13" fmla="*/ 61 h 120"/>
                <a:gd name="T14" fmla="*/ 1 w 375"/>
                <a:gd name="T15" fmla="*/ 62 h 120"/>
                <a:gd name="T16" fmla="*/ 0 w 375"/>
                <a:gd name="T17" fmla="*/ 62 h 120"/>
                <a:gd name="T18" fmla="*/ 188 w 375"/>
                <a:gd name="T19" fmla="*/ 120 h 120"/>
                <a:gd name="T20" fmla="*/ 375 w 375"/>
                <a:gd name="T21" fmla="*/ 6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5" h="120">
                  <a:moveTo>
                    <a:pt x="375" y="62"/>
                  </a:moveTo>
                  <a:lnTo>
                    <a:pt x="374" y="62"/>
                  </a:lnTo>
                  <a:lnTo>
                    <a:pt x="373" y="61"/>
                  </a:lnTo>
                  <a:lnTo>
                    <a:pt x="193" y="1"/>
                  </a:lnTo>
                  <a:lnTo>
                    <a:pt x="188" y="0"/>
                  </a:lnTo>
                  <a:lnTo>
                    <a:pt x="183" y="1"/>
                  </a:lnTo>
                  <a:lnTo>
                    <a:pt x="2" y="61"/>
                  </a:lnTo>
                  <a:lnTo>
                    <a:pt x="1" y="62"/>
                  </a:lnTo>
                  <a:lnTo>
                    <a:pt x="0" y="62"/>
                  </a:lnTo>
                  <a:lnTo>
                    <a:pt x="188" y="120"/>
                  </a:lnTo>
                  <a:lnTo>
                    <a:pt x="37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20" name="Forma libre 618">
              <a:extLst>
                <a:ext uri="{FF2B5EF4-FFF2-40B4-BE49-F238E27FC236}">
                  <a16:creationId xmlns:a16="http://schemas.microsoft.com/office/drawing/2014/main" id="{90385080-F77C-4175-BA14-BE696271A7ED}"/>
                </a:ext>
              </a:extLst>
            </p:cNvPr>
            <p:cNvSpPr>
              <a:spLocks/>
            </p:cNvSpPr>
            <p:nvPr/>
          </p:nvSpPr>
          <p:spPr bwMode="auto">
            <a:xfrm>
              <a:off x="5629275" y="3097213"/>
              <a:ext cx="57150" cy="93663"/>
            </a:xfrm>
            <a:custGeom>
              <a:avLst/>
              <a:gdLst>
                <a:gd name="T0" fmla="*/ 181 w 181"/>
                <a:gd name="T1" fmla="*/ 210 h 295"/>
                <a:gd name="T2" fmla="*/ 181 w 181"/>
                <a:gd name="T3" fmla="*/ 0 h 295"/>
                <a:gd name="T4" fmla="*/ 0 w 181"/>
                <a:gd name="T5" fmla="*/ 56 h 295"/>
                <a:gd name="T6" fmla="*/ 0 w 181"/>
                <a:gd name="T7" fmla="*/ 295 h 295"/>
                <a:gd name="T8" fmla="*/ 171 w 181"/>
                <a:gd name="T9" fmla="*/ 224 h 295"/>
                <a:gd name="T10" fmla="*/ 174 w 181"/>
                <a:gd name="T11" fmla="*/ 222 h 295"/>
                <a:gd name="T12" fmla="*/ 178 w 181"/>
                <a:gd name="T13" fmla="*/ 219 h 295"/>
                <a:gd name="T14" fmla="*/ 180 w 181"/>
                <a:gd name="T15" fmla="*/ 215 h 295"/>
                <a:gd name="T16" fmla="*/ 181 w 181"/>
                <a:gd name="T17" fmla="*/ 210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1" h="295">
                  <a:moveTo>
                    <a:pt x="181" y="210"/>
                  </a:moveTo>
                  <a:lnTo>
                    <a:pt x="181" y="0"/>
                  </a:lnTo>
                  <a:lnTo>
                    <a:pt x="0" y="56"/>
                  </a:lnTo>
                  <a:lnTo>
                    <a:pt x="0" y="295"/>
                  </a:lnTo>
                  <a:lnTo>
                    <a:pt x="171" y="224"/>
                  </a:lnTo>
                  <a:lnTo>
                    <a:pt x="174" y="222"/>
                  </a:lnTo>
                  <a:lnTo>
                    <a:pt x="178" y="219"/>
                  </a:lnTo>
                  <a:lnTo>
                    <a:pt x="180" y="215"/>
                  </a:lnTo>
                  <a:lnTo>
                    <a:pt x="181" y="2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21" name="Forma libre 619">
              <a:extLst>
                <a:ext uri="{FF2B5EF4-FFF2-40B4-BE49-F238E27FC236}">
                  <a16:creationId xmlns:a16="http://schemas.microsoft.com/office/drawing/2014/main" id="{B5ABC7AD-DBA6-420E-8EDC-F8D70A03499B}"/>
                </a:ext>
              </a:extLst>
            </p:cNvPr>
            <p:cNvSpPr>
              <a:spLocks/>
            </p:cNvSpPr>
            <p:nvPr/>
          </p:nvSpPr>
          <p:spPr bwMode="auto">
            <a:xfrm>
              <a:off x="5562600" y="3097213"/>
              <a:ext cx="57150" cy="93663"/>
            </a:xfrm>
            <a:custGeom>
              <a:avLst/>
              <a:gdLst>
                <a:gd name="T0" fmla="*/ 9 w 181"/>
                <a:gd name="T1" fmla="*/ 224 h 295"/>
                <a:gd name="T2" fmla="*/ 181 w 181"/>
                <a:gd name="T3" fmla="*/ 295 h 295"/>
                <a:gd name="T4" fmla="*/ 181 w 181"/>
                <a:gd name="T5" fmla="*/ 56 h 295"/>
                <a:gd name="T6" fmla="*/ 0 w 181"/>
                <a:gd name="T7" fmla="*/ 0 h 295"/>
                <a:gd name="T8" fmla="*/ 0 w 181"/>
                <a:gd name="T9" fmla="*/ 210 h 295"/>
                <a:gd name="T10" fmla="*/ 0 w 181"/>
                <a:gd name="T11" fmla="*/ 215 h 295"/>
                <a:gd name="T12" fmla="*/ 2 w 181"/>
                <a:gd name="T13" fmla="*/ 219 h 295"/>
                <a:gd name="T14" fmla="*/ 6 w 181"/>
                <a:gd name="T15" fmla="*/ 222 h 295"/>
                <a:gd name="T16" fmla="*/ 9 w 181"/>
                <a:gd name="T17" fmla="*/ 22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1" h="295">
                  <a:moveTo>
                    <a:pt x="9" y="224"/>
                  </a:moveTo>
                  <a:lnTo>
                    <a:pt x="181" y="295"/>
                  </a:lnTo>
                  <a:lnTo>
                    <a:pt x="181" y="56"/>
                  </a:lnTo>
                  <a:lnTo>
                    <a:pt x="0" y="0"/>
                  </a:lnTo>
                  <a:lnTo>
                    <a:pt x="0" y="210"/>
                  </a:lnTo>
                  <a:lnTo>
                    <a:pt x="0" y="215"/>
                  </a:lnTo>
                  <a:lnTo>
                    <a:pt x="2" y="219"/>
                  </a:lnTo>
                  <a:lnTo>
                    <a:pt x="6" y="222"/>
                  </a:lnTo>
                  <a:lnTo>
                    <a:pt x="9"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22" name="Forma libre 620">
              <a:extLst>
                <a:ext uri="{FF2B5EF4-FFF2-40B4-BE49-F238E27FC236}">
                  <a16:creationId xmlns:a16="http://schemas.microsoft.com/office/drawing/2014/main" id="{9AF2E18D-3033-4D0D-B36E-B08820967CFC}"/>
                </a:ext>
              </a:extLst>
            </p:cNvPr>
            <p:cNvSpPr>
              <a:spLocks/>
            </p:cNvSpPr>
            <p:nvPr/>
          </p:nvSpPr>
          <p:spPr bwMode="auto">
            <a:xfrm>
              <a:off x="5705475" y="3217863"/>
              <a:ext cx="47625" cy="77788"/>
            </a:xfrm>
            <a:custGeom>
              <a:avLst/>
              <a:gdLst>
                <a:gd name="T0" fmla="*/ 0 w 150"/>
                <a:gd name="T1" fmla="*/ 67 h 249"/>
                <a:gd name="T2" fmla="*/ 0 w 150"/>
                <a:gd name="T3" fmla="*/ 249 h 249"/>
                <a:gd name="T4" fmla="*/ 141 w 150"/>
                <a:gd name="T5" fmla="*/ 177 h 249"/>
                <a:gd name="T6" fmla="*/ 146 w 150"/>
                <a:gd name="T7" fmla="*/ 175 h 249"/>
                <a:gd name="T8" fmla="*/ 148 w 150"/>
                <a:gd name="T9" fmla="*/ 171 h 249"/>
                <a:gd name="T10" fmla="*/ 149 w 150"/>
                <a:gd name="T11" fmla="*/ 168 h 249"/>
                <a:gd name="T12" fmla="*/ 150 w 150"/>
                <a:gd name="T13" fmla="*/ 164 h 249"/>
                <a:gd name="T14" fmla="*/ 150 w 150"/>
                <a:gd name="T15" fmla="*/ 0 h 249"/>
                <a:gd name="T16" fmla="*/ 0 w 150"/>
                <a:gd name="T17" fmla="*/ 6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249">
                  <a:moveTo>
                    <a:pt x="0" y="67"/>
                  </a:moveTo>
                  <a:lnTo>
                    <a:pt x="0" y="249"/>
                  </a:lnTo>
                  <a:lnTo>
                    <a:pt x="141" y="177"/>
                  </a:lnTo>
                  <a:lnTo>
                    <a:pt x="146" y="175"/>
                  </a:lnTo>
                  <a:lnTo>
                    <a:pt x="148" y="171"/>
                  </a:lnTo>
                  <a:lnTo>
                    <a:pt x="149" y="168"/>
                  </a:lnTo>
                  <a:lnTo>
                    <a:pt x="150" y="164"/>
                  </a:lnTo>
                  <a:lnTo>
                    <a:pt x="15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23" name="Forma libre 621">
              <a:extLst>
                <a:ext uri="{FF2B5EF4-FFF2-40B4-BE49-F238E27FC236}">
                  <a16:creationId xmlns:a16="http://schemas.microsoft.com/office/drawing/2014/main" id="{10DED026-CA17-4314-AA7F-A291474A64A7}"/>
                </a:ext>
              </a:extLst>
            </p:cNvPr>
            <p:cNvSpPr>
              <a:spLocks/>
            </p:cNvSpPr>
            <p:nvPr/>
          </p:nvSpPr>
          <p:spPr bwMode="auto">
            <a:xfrm>
              <a:off x="5656263" y="3192463"/>
              <a:ext cx="88900" cy="38100"/>
            </a:xfrm>
            <a:custGeom>
              <a:avLst/>
              <a:gdLst>
                <a:gd name="T0" fmla="*/ 146 w 281"/>
                <a:gd name="T1" fmla="*/ 2 h 120"/>
                <a:gd name="T2" fmla="*/ 143 w 281"/>
                <a:gd name="T3" fmla="*/ 0 h 120"/>
                <a:gd name="T4" fmla="*/ 141 w 281"/>
                <a:gd name="T5" fmla="*/ 0 h 120"/>
                <a:gd name="T6" fmla="*/ 138 w 281"/>
                <a:gd name="T7" fmla="*/ 0 h 120"/>
                <a:gd name="T8" fmla="*/ 134 w 281"/>
                <a:gd name="T9" fmla="*/ 2 h 120"/>
                <a:gd name="T10" fmla="*/ 0 w 281"/>
                <a:gd name="T11" fmla="*/ 55 h 120"/>
                <a:gd name="T12" fmla="*/ 141 w 281"/>
                <a:gd name="T13" fmla="*/ 120 h 120"/>
                <a:gd name="T14" fmla="*/ 281 w 281"/>
                <a:gd name="T15" fmla="*/ 55 h 120"/>
                <a:gd name="T16" fmla="*/ 146 w 281"/>
                <a:gd name="T17" fmla="*/ 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1" h="120">
                  <a:moveTo>
                    <a:pt x="146" y="2"/>
                  </a:moveTo>
                  <a:lnTo>
                    <a:pt x="143" y="0"/>
                  </a:lnTo>
                  <a:lnTo>
                    <a:pt x="141" y="0"/>
                  </a:lnTo>
                  <a:lnTo>
                    <a:pt x="138" y="0"/>
                  </a:lnTo>
                  <a:lnTo>
                    <a:pt x="134" y="2"/>
                  </a:lnTo>
                  <a:lnTo>
                    <a:pt x="0" y="55"/>
                  </a:lnTo>
                  <a:lnTo>
                    <a:pt x="141" y="120"/>
                  </a:lnTo>
                  <a:lnTo>
                    <a:pt x="281" y="55"/>
                  </a:lnTo>
                  <a:lnTo>
                    <a:pt x="146"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24" name="Forma libre 622">
              <a:extLst>
                <a:ext uri="{FF2B5EF4-FFF2-40B4-BE49-F238E27FC236}">
                  <a16:creationId xmlns:a16="http://schemas.microsoft.com/office/drawing/2014/main" id="{AC238F9B-3904-4E03-9BCD-C8546D347A83}"/>
                </a:ext>
              </a:extLst>
            </p:cNvPr>
            <p:cNvSpPr>
              <a:spLocks/>
            </p:cNvSpPr>
            <p:nvPr/>
          </p:nvSpPr>
          <p:spPr bwMode="auto">
            <a:xfrm>
              <a:off x="5648325" y="3217863"/>
              <a:ext cx="47625" cy="77788"/>
            </a:xfrm>
            <a:custGeom>
              <a:avLst/>
              <a:gdLst>
                <a:gd name="T0" fmla="*/ 0 w 151"/>
                <a:gd name="T1" fmla="*/ 164 h 249"/>
                <a:gd name="T2" fmla="*/ 1 w 151"/>
                <a:gd name="T3" fmla="*/ 167 h 249"/>
                <a:gd name="T4" fmla="*/ 2 w 151"/>
                <a:gd name="T5" fmla="*/ 171 h 249"/>
                <a:gd name="T6" fmla="*/ 5 w 151"/>
                <a:gd name="T7" fmla="*/ 175 h 249"/>
                <a:gd name="T8" fmla="*/ 8 w 151"/>
                <a:gd name="T9" fmla="*/ 177 h 249"/>
                <a:gd name="T10" fmla="*/ 151 w 151"/>
                <a:gd name="T11" fmla="*/ 249 h 249"/>
                <a:gd name="T12" fmla="*/ 151 w 151"/>
                <a:gd name="T13" fmla="*/ 67 h 249"/>
                <a:gd name="T14" fmla="*/ 0 w 151"/>
                <a:gd name="T15" fmla="*/ 0 h 249"/>
                <a:gd name="T16" fmla="*/ 0 w 151"/>
                <a:gd name="T17" fmla="*/ 164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249">
                  <a:moveTo>
                    <a:pt x="0" y="164"/>
                  </a:moveTo>
                  <a:lnTo>
                    <a:pt x="1" y="167"/>
                  </a:lnTo>
                  <a:lnTo>
                    <a:pt x="2" y="171"/>
                  </a:lnTo>
                  <a:lnTo>
                    <a:pt x="5" y="175"/>
                  </a:lnTo>
                  <a:lnTo>
                    <a:pt x="8" y="177"/>
                  </a:lnTo>
                  <a:lnTo>
                    <a:pt x="151" y="249"/>
                  </a:lnTo>
                  <a:lnTo>
                    <a:pt x="151" y="67"/>
                  </a:lnTo>
                  <a:lnTo>
                    <a:pt x="0" y="0"/>
                  </a:lnTo>
                  <a:lnTo>
                    <a:pt x="0" y="1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25" name="Forma libre 623">
              <a:extLst>
                <a:ext uri="{FF2B5EF4-FFF2-40B4-BE49-F238E27FC236}">
                  <a16:creationId xmlns:a16="http://schemas.microsoft.com/office/drawing/2014/main" id="{19E2AFFE-6F2F-4A41-BE44-30D95498EF5A}"/>
                </a:ext>
              </a:extLst>
            </p:cNvPr>
            <p:cNvSpPr>
              <a:spLocks/>
            </p:cNvSpPr>
            <p:nvPr/>
          </p:nvSpPr>
          <p:spPr bwMode="auto">
            <a:xfrm>
              <a:off x="5475288" y="3201988"/>
              <a:ext cx="144463" cy="47625"/>
            </a:xfrm>
            <a:custGeom>
              <a:avLst/>
              <a:gdLst>
                <a:gd name="T0" fmla="*/ 231 w 452"/>
                <a:gd name="T1" fmla="*/ 2 h 151"/>
                <a:gd name="T2" fmla="*/ 225 w 452"/>
                <a:gd name="T3" fmla="*/ 0 h 151"/>
                <a:gd name="T4" fmla="*/ 221 w 452"/>
                <a:gd name="T5" fmla="*/ 2 h 151"/>
                <a:gd name="T6" fmla="*/ 0 w 452"/>
                <a:gd name="T7" fmla="*/ 70 h 151"/>
                <a:gd name="T8" fmla="*/ 225 w 452"/>
                <a:gd name="T9" fmla="*/ 151 h 151"/>
                <a:gd name="T10" fmla="*/ 452 w 452"/>
                <a:gd name="T11" fmla="*/ 70 h 151"/>
                <a:gd name="T12" fmla="*/ 231 w 452"/>
                <a:gd name="T13" fmla="*/ 2 h 151"/>
              </a:gdLst>
              <a:ahLst/>
              <a:cxnLst>
                <a:cxn ang="0">
                  <a:pos x="T0" y="T1"/>
                </a:cxn>
                <a:cxn ang="0">
                  <a:pos x="T2" y="T3"/>
                </a:cxn>
                <a:cxn ang="0">
                  <a:pos x="T4" y="T5"/>
                </a:cxn>
                <a:cxn ang="0">
                  <a:pos x="T6" y="T7"/>
                </a:cxn>
                <a:cxn ang="0">
                  <a:pos x="T8" y="T9"/>
                </a:cxn>
                <a:cxn ang="0">
                  <a:pos x="T10" y="T11"/>
                </a:cxn>
                <a:cxn ang="0">
                  <a:pos x="T12" y="T13"/>
                </a:cxn>
              </a:cxnLst>
              <a:rect l="0" t="0" r="r" b="b"/>
              <a:pathLst>
                <a:path w="452" h="151">
                  <a:moveTo>
                    <a:pt x="231" y="2"/>
                  </a:moveTo>
                  <a:lnTo>
                    <a:pt x="225" y="0"/>
                  </a:lnTo>
                  <a:lnTo>
                    <a:pt x="221" y="2"/>
                  </a:lnTo>
                  <a:lnTo>
                    <a:pt x="0" y="70"/>
                  </a:lnTo>
                  <a:lnTo>
                    <a:pt x="225" y="151"/>
                  </a:lnTo>
                  <a:lnTo>
                    <a:pt x="452" y="70"/>
                  </a:lnTo>
                  <a:lnTo>
                    <a:pt x="231"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26" name="Forma libre 624">
              <a:extLst>
                <a:ext uri="{FF2B5EF4-FFF2-40B4-BE49-F238E27FC236}">
                  <a16:creationId xmlns:a16="http://schemas.microsoft.com/office/drawing/2014/main" id="{5BB7C855-93D5-43D5-9ED8-FD815B08E3D7}"/>
                </a:ext>
              </a:extLst>
            </p:cNvPr>
            <p:cNvSpPr>
              <a:spLocks/>
            </p:cNvSpPr>
            <p:nvPr/>
          </p:nvSpPr>
          <p:spPr bwMode="auto">
            <a:xfrm>
              <a:off x="5465763" y="3230563"/>
              <a:ext cx="76200" cy="123825"/>
            </a:xfrm>
            <a:custGeom>
              <a:avLst/>
              <a:gdLst>
                <a:gd name="T0" fmla="*/ 0 w 240"/>
                <a:gd name="T1" fmla="*/ 285 h 386"/>
                <a:gd name="T2" fmla="*/ 1 w 240"/>
                <a:gd name="T3" fmla="*/ 289 h 386"/>
                <a:gd name="T4" fmla="*/ 2 w 240"/>
                <a:gd name="T5" fmla="*/ 294 h 386"/>
                <a:gd name="T6" fmla="*/ 5 w 240"/>
                <a:gd name="T7" fmla="*/ 297 h 386"/>
                <a:gd name="T8" fmla="*/ 10 w 240"/>
                <a:gd name="T9" fmla="*/ 299 h 386"/>
                <a:gd name="T10" fmla="*/ 240 w 240"/>
                <a:gd name="T11" fmla="*/ 386 h 386"/>
                <a:gd name="T12" fmla="*/ 240 w 240"/>
                <a:gd name="T13" fmla="*/ 84 h 386"/>
                <a:gd name="T14" fmla="*/ 0 w 240"/>
                <a:gd name="T15" fmla="*/ 0 h 386"/>
                <a:gd name="T16" fmla="*/ 0 w 240"/>
                <a:gd name="T17" fmla="*/ 285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386">
                  <a:moveTo>
                    <a:pt x="0" y="285"/>
                  </a:moveTo>
                  <a:lnTo>
                    <a:pt x="1" y="289"/>
                  </a:lnTo>
                  <a:lnTo>
                    <a:pt x="2" y="294"/>
                  </a:lnTo>
                  <a:lnTo>
                    <a:pt x="5" y="297"/>
                  </a:lnTo>
                  <a:lnTo>
                    <a:pt x="10" y="299"/>
                  </a:lnTo>
                  <a:lnTo>
                    <a:pt x="240" y="386"/>
                  </a:lnTo>
                  <a:lnTo>
                    <a:pt x="240" y="84"/>
                  </a:lnTo>
                  <a:lnTo>
                    <a:pt x="0" y="0"/>
                  </a:lnTo>
                  <a:lnTo>
                    <a:pt x="0"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27" name="Forma libre 625">
              <a:extLst>
                <a:ext uri="{FF2B5EF4-FFF2-40B4-BE49-F238E27FC236}">
                  <a16:creationId xmlns:a16="http://schemas.microsoft.com/office/drawing/2014/main" id="{AE6F08CF-736A-40B8-AEB8-D64B67F37878}"/>
                </a:ext>
              </a:extLst>
            </p:cNvPr>
            <p:cNvSpPr>
              <a:spLocks/>
            </p:cNvSpPr>
            <p:nvPr/>
          </p:nvSpPr>
          <p:spPr bwMode="auto">
            <a:xfrm>
              <a:off x="5553075" y="3230563"/>
              <a:ext cx="76200" cy="123825"/>
            </a:xfrm>
            <a:custGeom>
              <a:avLst/>
              <a:gdLst>
                <a:gd name="T0" fmla="*/ 0 w 241"/>
                <a:gd name="T1" fmla="*/ 386 h 386"/>
                <a:gd name="T2" fmla="*/ 231 w 241"/>
                <a:gd name="T3" fmla="*/ 299 h 386"/>
                <a:gd name="T4" fmla="*/ 235 w 241"/>
                <a:gd name="T5" fmla="*/ 297 h 386"/>
                <a:gd name="T6" fmla="*/ 238 w 241"/>
                <a:gd name="T7" fmla="*/ 294 h 386"/>
                <a:gd name="T8" fmla="*/ 239 w 241"/>
                <a:gd name="T9" fmla="*/ 289 h 386"/>
                <a:gd name="T10" fmla="*/ 241 w 241"/>
                <a:gd name="T11" fmla="*/ 285 h 386"/>
                <a:gd name="T12" fmla="*/ 241 w 241"/>
                <a:gd name="T13" fmla="*/ 0 h 386"/>
                <a:gd name="T14" fmla="*/ 0 w 241"/>
                <a:gd name="T15" fmla="*/ 84 h 386"/>
                <a:gd name="T16" fmla="*/ 0 w 241"/>
                <a:gd name="T1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 h="386">
                  <a:moveTo>
                    <a:pt x="0" y="386"/>
                  </a:moveTo>
                  <a:lnTo>
                    <a:pt x="231" y="299"/>
                  </a:lnTo>
                  <a:lnTo>
                    <a:pt x="235" y="297"/>
                  </a:lnTo>
                  <a:lnTo>
                    <a:pt x="238" y="294"/>
                  </a:lnTo>
                  <a:lnTo>
                    <a:pt x="239" y="289"/>
                  </a:lnTo>
                  <a:lnTo>
                    <a:pt x="241" y="285"/>
                  </a:lnTo>
                  <a:lnTo>
                    <a:pt x="241" y="0"/>
                  </a:lnTo>
                  <a:lnTo>
                    <a:pt x="0" y="84"/>
                  </a:lnTo>
                  <a:lnTo>
                    <a:pt x="0" y="3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grpSp>
      <p:grpSp>
        <p:nvGrpSpPr>
          <p:cNvPr id="128" name="Grupo 127" descr="Icono de ser humano y bocadillo de diálogo. ">
            <a:extLst>
              <a:ext uri="{FF2B5EF4-FFF2-40B4-BE49-F238E27FC236}">
                <a16:creationId xmlns:a16="http://schemas.microsoft.com/office/drawing/2014/main" id="{E7EE81F4-E278-4BA7-8923-0D6DD1FEBDFA}"/>
              </a:ext>
            </a:extLst>
          </p:cNvPr>
          <p:cNvGrpSpPr/>
          <p:nvPr/>
        </p:nvGrpSpPr>
        <p:grpSpPr>
          <a:xfrm>
            <a:off x="9918300" y="1368977"/>
            <a:ext cx="284163" cy="285751"/>
            <a:chOff x="3171788" y="779462"/>
            <a:chExt cx="284163" cy="285751"/>
          </a:xfrm>
          <a:solidFill>
            <a:schemeClr val="bg1"/>
          </a:solidFill>
        </p:grpSpPr>
        <p:sp>
          <p:nvSpPr>
            <p:cNvPr id="129" name="Forma libre 2993">
              <a:extLst>
                <a:ext uri="{FF2B5EF4-FFF2-40B4-BE49-F238E27FC236}">
                  <a16:creationId xmlns:a16="http://schemas.microsoft.com/office/drawing/2014/main" id="{DA50A160-1A41-427D-BA06-CB32B8C49A81}"/>
                </a:ext>
              </a:extLst>
            </p:cNvPr>
            <p:cNvSpPr>
              <a:spLocks noEditPoints="1"/>
            </p:cNvSpPr>
            <p:nvPr/>
          </p:nvSpPr>
          <p:spPr bwMode="auto">
            <a:xfrm>
              <a:off x="3290851" y="779462"/>
              <a:ext cx="165100" cy="196850"/>
            </a:xfrm>
            <a:custGeom>
              <a:avLst/>
              <a:gdLst>
                <a:gd name="T0" fmla="*/ 291 w 416"/>
                <a:gd name="T1" fmla="*/ 221 h 493"/>
                <a:gd name="T2" fmla="*/ 339 w 416"/>
                <a:gd name="T3" fmla="*/ 173 h 493"/>
                <a:gd name="T4" fmla="*/ 242 w 416"/>
                <a:gd name="T5" fmla="*/ 221 h 493"/>
                <a:gd name="T6" fmla="*/ 195 w 416"/>
                <a:gd name="T7" fmla="*/ 173 h 493"/>
                <a:gd name="T8" fmla="*/ 242 w 416"/>
                <a:gd name="T9" fmla="*/ 221 h 493"/>
                <a:gd name="T10" fmla="*/ 99 w 416"/>
                <a:gd name="T11" fmla="*/ 221 h 493"/>
                <a:gd name="T12" fmla="*/ 147 w 416"/>
                <a:gd name="T13" fmla="*/ 173 h 493"/>
                <a:gd name="T14" fmla="*/ 208 w 416"/>
                <a:gd name="T15" fmla="*/ 0 h 493"/>
                <a:gd name="T16" fmla="*/ 166 w 416"/>
                <a:gd name="T17" fmla="*/ 3 h 493"/>
                <a:gd name="T18" fmla="*/ 127 w 416"/>
                <a:gd name="T19" fmla="*/ 15 h 493"/>
                <a:gd name="T20" fmla="*/ 92 w 416"/>
                <a:gd name="T21" fmla="*/ 33 h 493"/>
                <a:gd name="T22" fmla="*/ 61 w 416"/>
                <a:gd name="T23" fmla="*/ 57 h 493"/>
                <a:gd name="T24" fmla="*/ 35 w 416"/>
                <a:gd name="T25" fmla="*/ 85 h 493"/>
                <a:gd name="T26" fmla="*/ 16 w 416"/>
                <a:gd name="T27" fmla="*/ 117 h 493"/>
                <a:gd name="T28" fmla="*/ 4 w 416"/>
                <a:gd name="T29" fmla="*/ 153 h 493"/>
                <a:gd name="T30" fmla="*/ 0 w 416"/>
                <a:gd name="T31" fmla="*/ 192 h 493"/>
                <a:gd name="T32" fmla="*/ 0 w 416"/>
                <a:gd name="T33" fmla="*/ 194 h 493"/>
                <a:gd name="T34" fmla="*/ 26 w 416"/>
                <a:gd name="T35" fmla="*/ 204 h 493"/>
                <a:gd name="T36" fmla="*/ 47 w 416"/>
                <a:gd name="T37" fmla="*/ 220 h 493"/>
                <a:gd name="T38" fmla="*/ 64 w 416"/>
                <a:gd name="T39" fmla="*/ 238 h 493"/>
                <a:gd name="T40" fmla="*/ 72 w 416"/>
                <a:gd name="T41" fmla="*/ 260 h 493"/>
                <a:gd name="T42" fmla="*/ 76 w 416"/>
                <a:gd name="T43" fmla="*/ 277 h 493"/>
                <a:gd name="T44" fmla="*/ 76 w 416"/>
                <a:gd name="T45" fmla="*/ 293 h 493"/>
                <a:gd name="T46" fmla="*/ 73 w 416"/>
                <a:gd name="T47" fmla="*/ 311 h 493"/>
                <a:gd name="T48" fmla="*/ 67 w 416"/>
                <a:gd name="T49" fmla="*/ 330 h 493"/>
                <a:gd name="T50" fmla="*/ 70 w 416"/>
                <a:gd name="T51" fmla="*/ 333 h 493"/>
                <a:gd name="T52" fmla="*/ 77 w 416"/>
                <a:gd name="T53" fmla="*/ 349 h 493"/>
                <a:gd name="T54" fmla="*/ 94 w 416"/>
                <a:gd name="T55" fmla="*/ 361 h 493"/>
                <a:gd name="T56" fmla="*/ 114 w 416"/>
                <a:gd name="T57" fmla="*/ 371 h 493"/>
                <a:gd name="T58" fmla="*/ 132 w 416"/>
                <a:gd name="T59" fmla="*/ 378 h 493"/>
                <a:gd name="T60" fmla="*/ 153 w 416"/>
                <a:gd name="T61" fmla="*/ 383 h 493"/>
                <a:gd name="T62" fmla="*/ 153 w 416"/>
                <a:gd name="T63" fmla="*/ 428 h 493"/>
                <a:gd name="T64" fmla="*/ 153 w 416"/>
                <a:gd name="T65" fmla="*/ 465 h 493"/>
                <a:gd name="T66" fmla="*/ 173 w 416"/>
                <a:gd name="T67" fmla="*/ 473 h 493"/>
                <a:gd name="T68" fmla="*/ 203 w 416"/>
                <a:gd name="T69" fmla="*/ 446 h 493"/>
                <a:gd name="T70" fmla="*/ 249 w 416"/>
                <a:gd name="T71" fmla="*/ 406 h 493"/>
                <a:gd name="T72" fmla="*/ 274 w 416"/>
                <a:gd name="T73" fmla="*/ 385 h 493"/>
                <a:gd name="T74" fmla="*/ 290 w 416"/>
                <a:gd name="T75" fmla="*/ 371 h 493"/>
                <a:gd name="T76" fmla="*/ 317 w 416"/>
                <a:gd name="T77" fmla="*/ 358 h 493"/>
                <a:gd name="T78" fmla="*/ 342 w 416"/>
                <a:gd name="T79" fmla="*/ 341 h 493"/>
                <a:gd name="T80" fmla="*/ 364 w 416"/>
                <a:gd name="T81" fmla="*/ 321 h 493"/>
                <a:gd name="T82" fmla="*/ 383 w 416"/>
                <a:gd name="T83" fmla="*/ 299 h 493"/>
                <a:gd name="T84" fmla="*/ 397 w 416"/>
                <a:gd name="T85" fmla="*/ 276 h 493"/>
                <a:gd name="T86" fmla="*/ 408 w 416"/>
                <a:gd name="T87" fmla="*/ 249 h 493"/>
                <a:gd name="T88" fmla="*/ 415 w 416"/>
                <a:gd name="T89" fmla="*/ 222 h 493"/>
                <a:gd name="T90" fmla="*/ 416 w 416"/>
                <a:gd name="T91" fmla="*/ 192 h 493"/>
                <a:gd name="T92" fmla="*/ 412 w 416"/>
                <a:gd name="T93" fmla="*/ 154 h 493"/>
                <a:gd name="T94" fmla="*/ 400 w 416"/>
                <a:gd name="T95" fmla="*/ 117 h 493"/>
                <a:gd name="T96" fmla="*/ 381 w 416"/>
                <a:gd name="T97" fmla="*/ 85 h 493"/>
                <a:gd name="T98" fmla="*/ 355 w 416"/>
                <a:gd name="T99" fmla="*/ 57 h 493"/>
                <a:gd name="T100" fmla="*/ 324 w 416"/>
                <a:gd name="T101" fmla="*/ 33 h 493"/>
                <a:gd name="T102" fmla="*/ 289 w 416"/>
                <a:gd name="T103" fmla="*/ 15 h 493"/>
                <a:gd name="T104" fmla="*/ 251 w 416"/>
                <a:gd name="T105" fmla="*/ 3 h 493"/>
                <a:gd name="T106" fmla="*/ 208 w 416"/>
                <a:gd name="T107" fmla="*/ 0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16" h="493">
                  <a:moveTo>
                    <a:pt x="339" y="221"/>
                  </a:moveTo>
                  <a:lnTo>
                    <a:pt x="291" y="221"/>
                  </a:lnTo>
                  <a:lnTo>
                    <a:pt x="291" y="173"/>
                  </a:lnTo>
                  <a:lnTo>
                    <a:pt x="339" y="173"/>
                  </a:lnTo>
                  <a:lnTo>
                    <a:pt x="339" y="221"/>
                  </a:lnTo>
                  <a:close/>
                  <a:moveTo>
                    <a:pt x="242" y="221"/>
                  </a:moveTo>
                  <a:lnTo>
                    <a:pt x="195" y="221"/>
                  </a:lnTo>
                  <a:lnTo>
                    <a:pt x="195" y="173"/>
                  </a:lnTo>
                  <a:lnTo>
                    <a:pt x="242" y="173"/>
                  </a:lnTo>
                  <a:lnTo>
                    <a:pt x="242" y="221"/>
                  </a:lnTo>
                  <a:close/>
                  <a:moveTo>
                    <a:pt x="147" y="221"/>
                  </a:moveTo>
                  <a:lnTo>
                    <a:pt x="99" y="221"/>
                  </a:lnTo>
                  <a:lnTo>
                    <a:pt x="99" y="173"/>
                  </a:lnTo>
                  <a:lnTo>
                    <a:pt x="147" y="173"/>
                  </a:lnTo>
                  <a:lnTo>
                    <a:pt x="147" y="221"/>
                  </a:lnTo>
                  <a:close/>
                  <a:moveTo>
                    <a:pt x="208" y="0"/>
                  </a:moveTo>
                  <a:lnTo>
                    <a:pt x="186" y="1"/>
                  </a:lnTo>
                  <a:lnTo>
                    <a:pt x="166" y="3"/>
                  </a:lnTo>
                  <a:lnTo>
                    <a:pt x="146" y="8"/>
                  </a:lnTo>
                  <a:lnTo>
                    <a:pt x="127" y="15"/>
                  </a:lnTo>
                  <a:lnTo>
                    <a:pt x="109" y="23"/>
                  </a:lnTo>
                  <a:lnTo>
                    <a:pt x="92" y="33"/>
                  </a:lnTo>
                  <a:lnTo>
                    <a:pt x="76" y="44"/>
                  </a:lnTo>
                  <a:lnTo>
                    <a:pt x="61" y="57"/>
                  </a:lnTo>
                  <a:lnTo>
                    <a:pt x="47" y="70"/>
                  </a:lnTo>
                  <a:lnTo>
                    <a:pt x="35" y="85"/>
                  </a:lnTo>
                  <a:lnTo>
                    <a:pt x="25" y="101"/>
                  </a:lnTo>
                  <a:lnTo>
                    <a:pt x="16" y="117"/>
                  </a:lnTo>
                  <a:lnTo>
                    <a:pt x="9" y="135"/>
                  </a:lnTo>
                  <a:lnTo>
                    <a:pt x="4" y="153"/>
                  </a:lnTo>
                  <a:lnTo>
                    <a:pt x="1" y="173"/>
                  </a:lnTo>
                  <a:lnTo>
                    <a:pt x="0" y="192"/>
                  </a:lnTo>
                  <a:lnTo>
                    <a:pt x="0" y="192"/>
                  </a:lnTo>
                  <a:lnTo>
                    <a:pt x="0" y="194"/>
                  </a:lnTo>
                  <a:lnTo>
                    <a:pt x="14" y="198"/>
                  </a:lnTo>
                  <a:lnTo>
                    <a:pt x="26" y="204"/>
                  </a:lnTo>
                  <a:lnTo>
                    <a:pt x="38" y="211"/>
                  </a:lnTo>
                  <a:lnTo>
                    <a:pt x="47" y="220"/>
                  </a:lnTo>
                  <a:lnTo>
                    <a:pt x="57" y="228"/>
                  </a:lnTo>
                  <a:lnTo>
                    <a:pt x="64" y="238"/>
                  </a:lnTo>
                  <a:lnTo>
                    <a:pt x="69" y="248"/>
                  </a:lnTo>
                  <a:lnTo>
                    <a:pt x="72" y="260"/>
                  </a:lnTo>
                  <a:lnTo>
                    <a:pt x="74" y="268"/>
                  </a:lnTo>
                  <a:lnTo>
                    <a:pt x="76" y="277"/>
                  </a:lnTo>
                  <a:lnTo>
                    <a:pt x="76" y="285"/>
                  </a:lnTo>
                  <a:lnTo>
                    <a:pt x="76" y="293"/>
                  </a:lnTo>
                  <a:lnTo>
                    <a:pt x="74" y="303"/>
                  </a:lnTo>
                  <a:lnTo>
                    <a:pt x="73" y="311"/>
                  </a:lnTo>
                  <a:lnTo>
                    <a:pt x="71" y="321"/>
                  </a:lnTo>
                  <a:lnTo>
                    <a:pt x="67" y="330"/>
                  </a:lnTo>
                  <a:lnTo>
                    <a:pt x="69" y="332"/>
                  </a:lnTo>
                  <a:lnTo>
                    <a:pt x="70" y="333"/>
                  </a:lnTo>
                  <a:lnTo>
                    <a:pt x="73" y="341"/>
                  </a:lnTo>
                  <a:lnTo>
                    <a:pt x="77" y="349"/>
                  </a:lnTo>
                  <a:lnTo>
                    <a:pt x="85" y="355"/>
                  </a:lnTo>
                  <a:lnTo>
                    <a:pt x="94" y="361"/>
                  </a:lnTo>
                  <a:lnTo>
                    <a:pt x="104" y="366"/>
                  </a:lnTo>
                  <a:lnTo>
                    <a:pt x="114" y="371"/>
                  </a:lnTo>
                  <a:lnTo>
                    <a:pt x="123" y="374"/>
                  </a:lnTo>
                  <a:lnTo>
                    <a:pt x="132" y="378"/>
                  </a:lnTo>
                  <a:lnTo>
                    <a:pt x="142" y="380"/>
                  </a:lnTo>
                  <a:lnTo>
                    <a:pt x="153" y="383"/>
                  </a:lnTo>
                  <a:lnTo>
                    <a:pt x="153" y="403"/>
                  </a:lnTo>
                  <a:lnTo>
                    <a:pt x="153" y="428"/>
                  </a:lnTo>
                  <a:lnTo>
                    <a:pt x="153" y="449"/>
                  </a:lnTo>
                  <a:lnTo>
                    <a:pt x="153" y="465"/>
                  </a:lnTo>
                  <a:lnTo>
                    <a:pt x="153" y="493"/>
                  </a:lnTo>
                  <a:lnTo>
                    <a:pt x="173" y="473"/>
                  </a:lnTo>
                  <a:lnTo>
                    <a:pt x="185" y="462"/>
                  </a:lnTo>
                  <a:lnTo>
                    <a:pt x="203" y="446"/>
                  </a:lnTo>
                  <a:lnTo>
                    <a:pt x="227" y="427"/>
                  </a:lnTo>
                  <a:lnTo>
                    <a:pt x="249" y="406"/>
                  </a:lnTo>
                  <a:lnTo>
                    <a:pt x="262" y="395"/>
                  </a:lnTo>
                  <a:lnTo>
                    <a:pt x="274" y="385"/>
                  </a:lnTo>
                  <a:lnTo>
                    <a:pt x="284" y="377"/>
                  </a:lnTo>
                  <a:lnTo>
                    <a:pt x="290" y="371"/>
                  </a:lnTo>
                  <a:lnTo>
                    <a:pt x="304" y="365"/>
                  </a:lnTo>
                  <a:lnTo>
                    <a:pt x="317" y="358"/>
                  </a:lnTo>
                  <a:lnTo>
                    <a:pt x="330" y="349"/>
                  </a:lnTo>
                  <a:lnTo>
                    <a:pt x="342" y="341"/>
                  </a:lnTo>
                  <a:lnTo>
                    <a:pt x="353" y="332"/>
                  </a:lnTo>
                  <a:lnTo>
                    <a:pt x="364" y="321"/>
                  </a:lnTo>
                  <a:lnTo>
                    <a:pt x="373" y="310"/>
                  </a:lnTo>
                  <a:lnTo>
                    <a:pt x="383" y="299"/>
                  </a:lnTo>
                  <a:lnTo>
                    <a:pt x="390" y="288"/>
                  </a:lnTo>
                  <a:lnTo>
                    <a:pt x="397" y="276"/>
                  </a:lnTo>
                  <a:lnTo>
                    <a:pt x="403" y="263"/>
                  </a:lnTo>
                  <a:lnTo>
                    <a:pt x="408" y="249"/>
                  </a:lnTo>
                  <a:lnTo>
                    <a:pt x="411" y="235"/>
                  </a:lnTo>
                  <a:lnTo>
                    <a:pt x="415" y="222"/>
                  </a:lnTo>
                  <a:lnTo>
                    <a:pt x="416" y="208"/>
                  </a:lnTo>
                  <a:lnTo>
                    <a:pt x="416" y="192"/>
                  </a:lnTo>
                  <a:lnTo>
                    <a:pt x="416" y="173"/>
                  </a:lnTo>
                  <a:lnTo>
                    <a:pt x="412" y="154"/>
                  </a:lnTo>
                  <a:lnTo>
                    <a:pt x="408" y="135"/>
                  </a:lnTo>
                  <a:lnTo>
                    <a:pt x="400" y="117"/>
                  </a:lnTo>
                  <a:lnTo>
                    <a:pt x="391" y="101"/>
                  </a:lnTo>
                  <a:lnTo>
                    <a:pt x="381" y="85"/>
                  </a:lnTo>
                  <a:lnTo>
                    <a:pt x="368" y="70"/>
                  </a:lnTo>
                  <a:lnTo>
                    <a:pt x="355" y="57"/>
                  </a:lnTo>
                  <a:lnTo>
                    <a:pt x="341" y="44"/>
                  </a:lnTo>
                  <a:lnTo>
                    <a:pt x="324" y="33"/>
                  </a:lnTo>
                  <a:lnTo>
                    <a:pt x="308" y="23"/>
                  </a:lnTo>
                  <a:lnTo>
                    <a:pt x="289" y="15"/>
                  </a:lnTo>
                  <a:lnTo>
                    <a:pt x="270" y="8"/>
                  </a:lnTo>
                  <a:lnTo>
                    <a:pt x="251" y="3"/>
                  </a:lnTo>
                  <a:lnTo>
                    <a:pt x="229" y="1"/>
                  </a:lnTo>
                  <a:lnTo>
                    <a:pt x="20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130" name="Forma libre 2994">
              <a:extLst>
                <a:ext uri="{FF2B5EF4-FFF2-40B4-BE49-F238E27FC236}">
                  <a16:creationId xmlns:a16="http://schemas.microsoft.com/office/drawing/2014/main" id="{983071EF-DBDF-4331-848B-74957C821E39}"/>
                </a:ext>
              </a:extLst>
            </p:cNvPr>
            <p:cNvSpPr>
              <a:spLocks/>
            </p:cNvSpPr>
            <p:nvPr/>
          </p:nvSpPr>
          <p:spPr bwMode="auto">
            <a:xfrm>
              <a:off x="3171788" y="863600"/>
              <a:ext cx="190500" cy="201613"/>
            </a:xfrm>
            <a:custGeom>
              <a:avLst/>
              <a:gdLst>
                <a:gd name="T0" fmla="*/ 393 w 480"/>
                <a:gd name="T1" fmla="*/ 357 h 507"/>
                <a:gd name="T2" fmla="*/ 312 w 480"/>
                <a:gd name="T3" fmla="*/ 312 h 507"/>
                <a:gd name="T4" fmla="*/ 320 w 480"/>
                <a:gd name="T5" fmla="*/ 267 h 507"/>
                <a:gd name="T6" fmla="*/ 324 w 480"/>
                <a:gd name="T7" fmla="*/ 261 h 507"/>
                <a:gd name="T8" fmla="*/ 329 w 480"/>
                <a:gd name="T9" fmla="*/ 254 h 507"/>
                <a:gd name="T10" fmla="*/ 332 w 480"/>
                <a:gd name="T11" fmla="*/ 244 h 507"/>
                <a:gd name="T12" fmla="*/ 336 w 480"/>
                <a:gd name="T13" fmla="*/ 231 h 507"/>
                <a:gd name="T14" fmla="*/ 338 w 480"/>
                <a:gd name="T15" fmla="*/ 219 h 507"/>
                <a:gd name="T16" fmla="*/ 339 w 480"/>
                <a:gd name="T17" fmla="*/ 203 h 507"/>
                <a:gd name="T18" fmla="*/ 350 w 480"/>
                <a:gd name="T19" fmla="*/ 190 h 507"/>
                <a:gd name="T20" fmla="*/ 354 w 480"/>
                <a:gd name="T21" fmla="*/ 185 h 507"/>
                <a:gd name="T22" fmla="*/ 356 w 480"/>
                <a:gd name="T23" fmla="*/ 179 h 507"/>
                <a:gd name="T24" fmla="*/ 357 w 480"/>
                <a:gd name="T25" fmla="*/ 173 h 507"/>
                <a:gd name="T26" fmla="*/ 358 w 480"/>
                <a:gd name="T27" fmla="*/ 166 h 507"/>
                <a:gd name="T28" fmla="*/ 357 w 480"/>
                <a:gd name="T29" fmla="*/ 149 h 507"/>
                <a:gd name="T30" fmla="*/ 354 w 480"/>
                <a:gd name="T31" fmla="*/ 140 h 507"/>
                <a:gd name="T32" fmla="*/ 350 w 480"/>
                <a:gd name="T33" fmla="*/ 131 h 507"/>
                <a:gd name="T34" fmla="*/ 343 w 480"/>
                <a:gd name="T35" fmla="*/ 125 h 507"/>
                <a:gd name="T36" fmla="*/ 355 w 480"/>
                <a:gd name="T37" fmla="*/ 84 h 507"/>
                <a:gd name="T38" fmla="*/ 353 w 480"/>
                <a:gd name="T39" fmla="*/ 54 h 507"/>
                <a:gd name="T40" fmla="*/ 336 w 480"/>
                <a:gd name="T41" fmla="*/ 28 h 507"/>
                <a:gd name="T42" fmla="*/ 305 w 480"/>
                <a:gd name="T43" fmla="*/ 9 h 507"/>
                <a:gd name="T44" fmla="*/ 286 w 480"/>
                <a:gd name="T45" fmla="*/ 4 h 507"/>
                <a:gd name="T46" fmla="*/ 267 w 480"/>
                <a:gd name="T47" fmla="*/ 0 h 507"/>
                <a:gd name="T48" fmla="*/ 251 w 480"/>
                <a:gd name="T49" fmla="*/ 0 h 507"/>
                <a:gd name="T50" fmla="*/ 232 w 480"/>
                <a:gd name="T51" fmla="*/ 2 h 507"/>
                <a:gd name="T52" fmla="*/ 217 w 480"/>
                <a:gd name="T53" fmla="*/ 4 h 507"/>
                <a:gd name="T54" fmla="*/ 203 w 480"/>
                <a:gd name="T55" fmla="*/ 8 h 507"/>
                <a:gd name="T56" fmla="*/ 192 w 480"/>
                <a:gd name="T57" fmla="*/ 11 h 507"/>
                <a:gd name="T58" fmla="*/ 157 w 480"/>
                <a:gd name="T59" fmla="*/ 38 h 507"/>
                <a:gd name="T60" fmla="*/ 154 w 480"/>
                <a:gd name="T61" fmla="*/ 44 h 507"/>
                <a:gd name="T62" fmla="*/ 140 w 480"/>
                <a:gd name="T63" fmla="*/ 46 h 507"/>
                <a:gd name="T64" fmla="*/ 131 w 480"/>
                <a:gd name="T65" fmla="*/ 48 h 507"/>
                <a:gd name="T66" fmla="*/ 126 w 480"/>
                <a:gd name="T67" fmla="*/ 53 h 507"/>
                <a:gd name="T68" fmla="*/ 123 w 480"/>
                <a:gd name="T69" fmla="*/ 56 h 507"/>
                <a:gd name="T70" fmla="*/ 118 w 480"/>
                <a:gd name="T71" fmla="*/ 66 h 507"/>
                <a:gd name="T72" fmla="*/ 118 w 480"/>
                <a:gd name="T73" fmla="*/ 75 h 507"/>
                <a:gd name="T74" fmla="*/ 118 w 480"/>
                <a:gd name="T75" fmla="*/ 84 h 507"/>
                <a:gd name="T76" fmla="*/ 121 w 480"/>
                <a:gd name="T77" fmla="*/ 92 h 507"/>
                <a:gd name="T78" fmla="*/ 123 w 480"/>
                <a:gd name="T79" fmla="*/ 100 h 507"/>
                <a:gd name="T80" fmla="*/ 125 w 480"/>
                <a:gd name="T81" fmla="*/ 109 h 507"/>
                <a:gd name="T82" fmla="*/ 132 w 480"/>
                <a:gd name="T83" fmla="*/ 125 h 507"/>
                <a:gd name="T84" fmla="*/ 116 w 480"/>
                <a:gd name="T85" fmla="*/ 148 h 507"/>
                <a:gd name="T86" fmla="*/ 115 w 480"/>
                <a:gd name="T87" fmla="*/ 174 h 507"/>
                <a:gd name="T88" fmla="*/ 118 w 480"/>
                <a:gd name="T89" fmla="*/ 185 h 507"/>
                <a:gd name="T90" fmla="*/ 124 w 480"/>
                <a:gd name="T91" fmla="*/ 193 h 507"/>
                <a:gd name="T92" fmla="*/ 130 w 480"/>
                <a:gd name="T93" fmla="*/ 199 h 507"/>
                <a:gd name="T94" fmla="*/ 138 w 480"/>
                <a:gd name="T95" fmla="*/ 216 h 507"/>
                <a:gd name="T96" fmla="*/ 144 w 480"/>
                <a:gd name="T97" fmla="*/ 242 h 507"/>
                <a:gd name="T98" fmla="*/ 161 w 480"/>
                <a:gd name="T99" fmla="*/ 268 h 507"/>
                <a:gd name="T100" fmla="*/ 168 w 480"/>
                <a:gd name="T101" fmla="*/ 312 h 507"/>
                <a:gd name="T102" fmla="*/ 87 w 480"/>
                <a:gd name="T103" fmla="*/ 357 h 507"/>
                <a:gd name="T104" fmla="*/ 19 w 480"/>
                <a:gd name="T105" fmla="*/ 399 h 507"/>
                <a:gd name="T106" fmla="*/ 2 w 480"/>
                <a:gd name="T107" fmla="*/ 420 h 507"/>
                <a:gd name="T108" fmla="*/ 4 w 480"/>
                <a:gd name="T109" fmla="*/ 504 h 507"/>
                <a:gd name="T110" fmla="*/ 473 w 480"/>
                <a:gd name="T111" fmla="*/ 506 h 507"/>
                <a:gd name="T112" fmla="*/ 480 w 480"/>
                <a:gd name="T113" fmla="*/ 424 h 507"/>
                <a:gd name="T114" fmla="*/ 471 w 480"/>
                <a:gd name="T115" fmla="*/ 408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80" h="507">
                  <a:moveTo>
                    <a:pt x="446" y="388"/>
                  </a:moveTo>
                  <a:lnTo>
                    <a:pt x="435" y="380"/>
                  </a:lnTo>
                  <a:lnTo>
                    <a:pt x="418" y="370"/>
                  </a:lnTo>
                  <a:lnTo>
                    <a:pt x="393" y="357"/>
                  </a:lnTo>
                  <a:lnTo>
                    <a:pt x="367" y="344"/>
                  </a:lnTo>
                  <a:lnTo>
                    <a:pt x="339" y="331"/>
                  </a:lnTo>
                  <a:lnTo>
                    <a:pt x="312" y="319"/>
                  </a:lnTo>
                  <a:lnTo>
                    <a:pt x="312" y="312"/>
                  </a:lnTo>
                  <a:lnTo>
                    <a:pt x="312" y="280"/>
                  </a:lnTo>
                  <a:lnTo>
                    <a:pt x="312" y="274"/>
                  </a:lnTo>
                  <a:lnTo>
                    <a:pt x="316" y="272"/>
                  </a:lnTo>
                  <a:lnTo>
                    <a:pt x="320" y="267"/>
                  </a:lnTo>
                  <a:lnTo>
                    <a:pt x="320" y="266"/>
                  </a:lnTo>
                  <a:lnTo>
                    <a:pt x="320" y="266"/>
                  </a:lnTo>
                  <a:lnTo>
                    <a:pt x="323" y="263"/>
                  </a:lnTo>
                  <a:lnTo>
                    <a:pt x="324" y="261"/>
                  </a:lnTo>
                  <a:lnTo>
                    <a:pt x="325" y="260"/>
                  </a:lnTo>
                  <a:lnTo>
                    <a:pt x="325" y="260"/>
                  </a:lnTo>
                  <a:lnTo>
                    <a:pt x="326" y="256"/>
                  </a:lnTo>
                  <a:lnTo>
                    <a:pt x="329" y="254"/>
                  </a:lnTo>
                  <a:lnTo>
                    <a:pt x="329" y="253"/>
                  </a:lnTo>
                  <a:lnTo>
                    <a:pt x="329" y="251"/>
                  </a:lnTo>
                  <a:lnTo>
                    <a:pt x="331" y="248"/>
                  </a:lnTo>
                  <a:lnTo>
                    <a:pt x="332" y="244"/>
                  </a:lnTo>
                  <a:lnTo>
                    <a:pt x="332" y="243"/>
                  </a:lnTo>
                  <a:lnTo>
                    <a:pt x="332" y="243"/>
                  </a:lnTo>
                  <a:lnTo>
                    <a:pt x="335" y="237"/>
                  </a:lnTo>
                  <a:lnTo>
                    <a:pt x="336" y="231"/>
                  </a:lnTo>
                  <a:lnTo>
                    <a:pt x="336" y="231"/>
                  </a:lnTo>
                  <a:lnTo>
                    <a:pt x="336" y="231"/>
                  </a:lnTo>
                  <a:lnTo>
                    <a:pt x="337" y="225"/>
                  </a:lnTo>
                  <a:lnTo>
                    <a:pt x="338" y="219"/>
                  </a:lnTo>
                  <a:lnTo>
                    <a:pt x="338" y="217"/>
                  </a:lnTo>
                  <a:lnTo>
                    <a:pt x="338" y="215"/>
                  </a:lnTo>
                  <a:lnTo>
                    <a:pt x="339" y="209"/>
                  </a:lnTo>
                  <a:lnTo>
                    <a:pt x="339" y="203"/>
                  </a:lnTo>
                  <a:lnTo>
                    <a:pt x="345" y="197"/>
                  </a:lnTo>
                  <a:lnTo>
                    <a:pt x="350" y="191"/>
                  </a:lnTo>
                  <a:lnTo>
                    <a:pt x="350" y="190"/>
                  </a:lnTo>
                  <a:lnTo>
                    <a:pt x="350" y="190"/>
                  </a:lnTo>
                  <a:lnTo>
                    <a:pt x="353" y="187"/>
                  </a:lnTo>
                  <a:lnTo>
                    <a:pt x="354" y="185"/>
                  </a:lnTo>
                  <a:lnTo>
                    <a:pt x="354" y="185"/>
                  </a:lnTo>
                  <a:lnTo>
                    <a:pt x="354" y="185"/>
                  </a:lnTo>
                  <a:lnTo>
                    <a:pt x="355" y="182"/>
                  </a:lnTo>
                  <a:lnTo>
                    <a:pt x="355" y="180"/>
                  </a:lnTo>
                  <a:lnTo>
                    <a:pt x="355" y="179"/>
                  </a:lnTo>
                  <a:lnTo>
                    <a:pt x="356" y="179"/>
                  </a:lnTo>
                  <a:lnTo>
                    <a:pt x="356" y="176"/>
                  </a:lnTo>
                  <a:lnTo>
                    <a:pt x="357" y="174"/>
                  </a:lnTo>
                  <a:lnTo>
                    <a:pt x="357" y="173"/>
                  </a:lnTo>
                  <a:lnTo>
                    <a:pt x="357" y="173"/>
                  </a:lnTo>
                  <a:lnTo>
                    <a:pt x="357" y="169"/>
                  </a:lnTo>
                  <a:lnTo>
                    <a:pt x="357" y="167"/>
                  </a:lnTo>
                  <a:lnTo>
                    <a:pt x="358" y="167"/>
                  </a:lnTo>
                  <a:lnTo>
                    <a:pt x="358" y="166"/>
                  </a:lnTo>
                  <a:lnTo>
                    <a:pt x="358" y="163"/>
                  </a:lnTo>
                  <a:lnTo>
                    <a:pt x="358" y="160"/>
                  </a:lnTo>
                  <a:lnTo>
                    <a:pt x="358" y="155"/>
                  </a:lnTo>
                  <a:lnTo>
                    <a:pt x="357" y="149"/>
                  </a:lnTo>
                  <a:lnTo>
                    <a:pt x="357" y="149"/>
                  </a:lnTo>
                  <a:lnTo>
                    <a:pt x="357" y="148"/>
                  </a:lnTo>
                  <a:lnTo>
                    <a:pt x="356" y="143"/>
                  </a:lnTo>
                  <a:lnTo>
                    <a:pt x="354" y="140"/>
                  </a:lnTo>
                  <a:lnTo>
                    <a:pt x="354" y="138"/>
                  </a:lnTo>
                  <a:lnTo>
                    <a:pt x="354" y="138"/>
                  </a:lnTo>
                  <a:lnTo>
                    <a:pt x="353" y="135"/>
                  </a:lnTo>
                  <a:lnTo>
                    <a:pt x="350" y="131"/>
                  </a:lnTo>
                  <a:lnTo>
                    <a:pt x="349" y="131"/>
                  </a:lnTo>
                  <a:lnTo>
                    <a:pt x="349" y="131"/>
                  </a:lnTo>
                  <a:lnTo>
                    <a:pt x="347" y="128"/>
                  </a:lnTo>
                  <a:lnTo>
                    <a:pt x="343" y="125"/>
                  </a:lnTo>
                  <a:lnTo>
                    <a:pt x="344" y="122"/>
                  </a:lnTo>
                  <a:lnTo>
                    <a:pt x="347" y="117"/>
                  </a:lnTo>
                  <a:lnTo>
                    <a:pt x="351" y="100"/>
                  </a:lnTo>
                  <a:lnTo>
                    <a:pt x="355" y="84"/>
                  </a:lnTo>
                  <a:lnTo>
                    <a:pt x="355" y="77"/>
                  </a:lnTo>
                  <a:lnTo>
                    <a:pt x="355" y="69"/>
                  </a:lnTo>
                  <a:lnTo>
                    <a:pt x="354" y="61"/>
                  </a:lnTo>
                  <a:lnTo>
                    <a:pt x="353" y="54"/>
                  </a:lnTo>
                  <a:lnTo>
                    <a:pt x="350" y="47"/>
                  </a:lnTo>
                  <a:lnTo>
                    <a:pt x="347" y="40"/>
                  </a:lnTo>
                  <a:lnTo>
                    <a:pt x="342" y="34"/>
                  </a:lnTo>
                  <a:lnTo>
                    <a:pt x="336" y="28"/>
                  </a:lnTo>
                  <a:lnTo>
                    <a:pt x="330" y="22"/>
                  </a:lnTo>
                  <a:lnTo>
                    <a:pt x="323" y="17"/>
                  </a:lnTo>
                  <a:lnTo>
                    <a:pt x="314" y="12"/>
                  </a:lnTo>
                  <a:lnTo>
                    <a:pt x="305" y="9"/>
                  </a:lnTo>
                  <a:lnTo>
                    <a:pt x="305" y="9"/>
                  </a:lnTo>
                  <a:lnTo>
                    <a:pt x="305" y="9"/>
                  </a:lnTo>
                  <a:lnTo>
                    <a:pt x="295" y="6"/>
                  </a:lnTo>
                  <a:lnTo>
                    <a:pt x="286" y="4"/>
                  </a:lnTo>
                  <a:lnTo>
                    <a:pt x="276" y="2"/>
                  </a:lnTo>
                  <a:lnTo>
                    <a:pt x="267" y="0"/>
                  </a:lnTo>
                  <a:lnTo>
                    <a:pt x="267" y="0"/>
                  </a:lnTo>
                  <a:lnTo>
                    <a:pt x="267" y="0"/>
                  </a:lnTo>
                  <a:lnTo>
                    <a:pt x="263" y="0"/>
                  </a:lnTo>
                  <a:lnTo>
                    <a:pt x="260" y="0"/>
                  </a:lnTo>
                  <a:lnTo>
                    <a:pt x="255" y="0"/>
                  </a:lnTo>
                  <a:lnTo>
                    <a:pt x="251" y="0"/>
                  </a:lnTo>
                  <a:lnTo>
                    <a:pt x="244" y="0"/>
                  </a:lnTo>
                  <a:lnTo>
                    <a:pt x="237" y="0"/>
                  </a:lnTo>
                  <a:lnTo>
                    <a:pt x="235" y="0"/>
                  </a:lnTo>
                  <a:lnTo>
                    <a:pt x="232" y="2"/>
                  </a:lnTo>
                  <a:lnTo>
                    <a:pt x="229" y="2"/>
                  </a:lnTo>
                  <a:lnTo>
                    <a:pt x="224" y="3"/>
                  </a:lnTo>
                  <a:lnTo>
                    <a:pt x="220" y="3"/>
                  </a:lnTo>
                  <a:lnTo>
                    <a:pt x="217" y="4"/>
                  </a:lnTo>
                  <a:lnTo>
                    <a:pt x="215" y="4"/>
                  </a:lnTo>
                  <a:lnTo>
                    <a:pt x="212" y="5"/>
                  </a:lnTo>
                  <a:lnTo>
                    <a:pt x="207" y="6"/>
                  </a:lnTo>
                  <a:lnTo>
                    <a:pt x="203" y="8"/>
                  </a:lnTo>
                  <a:lnTo>
                    <a:pt x="199" y="9"/>
                  </a:lnTo>
                  <a:lnTo>
                    <a:pt x="195" y="10"/>
                  </a:lnTo>
                  <a:lnTo>
                    <a:pt x="193" y="10"/>
                  </a:lnTo>
                  <a:lnTo>
                    <a:pt x="192" y="11"/>
                  </a:lnTo>
                  <a:lnTo>
                    <a:pt x="181" y="16"/>
                  </a:lnTo>
                  <a:lnTo>
                    <a:pt x="172" y="23"/>
                  </a:lnTo>
                  <a:lnTo>
                    <a:pt x="163" y="30"/>
                  </a:lnTo>
                  <a:lnTo>
                    <a:pt x="157" y="38"/>
                  </a:lnTo>
                  <a:lnTo>
                    <a:pt x="157" y="38"/>
                  </a:lnTo>
                  <a:lnTo>
                    <a:pt x="156" y="38"/>
                  </a:lnTo>
                  <a:lnTo>
                    <a:pt x="155" y="42"/>
                  </a:lnTo>
                  <a:lnTo>
                    <a:pt x="154" y="44"/>
                  </a:lnTo>
                  <a:lnTo>
                    <a:pt x="150" y="44"/>
                  </a:lnTo>
                  <a:lnTo>
                    <a:pt x="148" y="44"/>
                  </a:lnTo>
                  <a:lnTo>
                    <a:pt x="143" y="44"/>
                  </a:lnTo>
                  <a:lnTo>
                    <a:pt x="140" y="46"/>
                  </a:lnTo>
                  <a:lnTo>
                    <a:pt x="138" y="46"/>
                  </a:lnTo>
                  <a:lnTo>
                    <a:pt x="137" y="46"/>
                  </a:lnTo>
                  <a:lnTo>
                    <a:pt x="135" y="47"/>
                  </a:lnTo>
                  <a:lnTo>
                    <a:pt x="131" y="48"/>
                  </a:lnTo>
                  <a:lnTo>
                    <a:pt x="131" y="48"/>
                  </a:lnTo>
                  <a:lnTo>
                    <a:pt x="130" y="49"/>
                  </a:lnTo>
                  <a:lnTo>
                    <a:pt x="128" y="50"/>
                  </a:lnTo>
                  <a:lnTo>
                    <a:pt x="126" y="53"/>
                  </a:lnTo>
                  <a:lnTo>
                    <a:pt x="125" y="53"/>
                  </a:lnTo>
                  <a:lnTo>
                    <a:pt x="125" y="53"/>
                  </a:lnTo>
                  <a:lnTo>
                    <a:pt x="124" y="55"/>
                  </a:lnTo>
                  <a:lnTo>
                    <a:pt x="123" y="56"/>
                  </a:lnTo>
                  <a:lnTo>
                    <a:pt x="121" y="60"/>
                  </a:lnTo>
                  <a:lnTo>
                    <a:pt x="119" y="63"/>
                  </a:lnTo>
                  <a:lnTo>
                    <a:pt x="119" y="65"/>
                  </a:lnTo>
                  <a:lnTo>
                    <a:pt x="118" y="66"/>
                  </a:lnTo>
                  <a:lnTo>
                    <a:pt x="118" y="68"/>
                  </a:lnTo>
                  <a:lnTo>
                    <a:pt x="118" y="71"/>
                  </a:lnTo>
                  <a:lnTo>
                    <a:pt x="118" y="73"/>
                  </a:lnTo>
                  <a:lnTo>
                    <a:pt x="118" y="75"/>
                  </a:lnTo>
                  <a:lnTo>
                    <a:pt x="118" y="77"/>
                  </a:lnTo>
                  <a:lnTo>
                    <a:pt x="118" y="79"/>
                  </a:lnTo>
                  <a:lnTo>
                    <a:pt x="118" y="81"/>
                  </a:lnTo>
                  <a:lnTo>
                    <a:pt x="118" y="84"/>
                  </a:lnTo>
                  <a:lnTo>
                    <a:pt x="119" y="85"/>
                  </a:lnTo>
                  <a:lnTo>
                    <a:pt x="119" y="87"/>
                  </a:lnTo>
                  <a:lnTo>
                    <a:pt x="119" y="90"/>
                  </a:lnTo>
                  <a:lnTo>
                    <a:pt x="121" y="92"/>
                  </a:lnTo>
                  <a:lnTo>
                    <a:pt x="121" y="94"/>
                  </a:lnTo>
                  <a:lnTo>
                    <a:pt x="122" y="96"/>
                  </a:lnTo>
                  <a:lnTo>
                    <a:pt x="122" y="98"/>
                  </a:lnTo>
                  <a:lnTo>
                    <a:pt x="123" y="100"/>
                  </a:lnTo>
                  <a:lnTo>
                    <a:pt x="124" y="103"/>
                  </a:lnTo>
                  <a:lnTo>
                    <a:pt x="125" y="106"/>
                  </a:lnTo>
                  <a:lnTo>
                    <a:pt x="125" y="107"/>
                  </a:lnTo>
                  <a:lnTo>
                    <a:pt x="125" y="109"/>
                  </a:lnTo>
                  <a:lnTo>
                    <a:pt x="129" y="117"/>
                  </a:lnTo>
                  <a:lnTo>
                    <a:pt x="132" y="125"/>
                  </a:lnTo>
                  <a:lnTo>
                    <a:pt x="132" y="125"/>
                  </a:lnTo>
                  <a:lnTo>
                    <a:pt x="132" y="125"/>
                  </a:lnTo>
                  <a:lnTo>
                    <a:pt x="126" y="130"/>
                  </a:lnTo>
                  <a:lnTo>
                    <a:pt x="122" y="136"/>
                  </a:lnTo>
                  <a:lnTo>
                    <a:pt x="118" y="142"/>
                  </a:lnTo>
                  <a:lnTo>
                    <a:pt x="116" y="148"/>
                  </a:lnTo>
                  <a:lnTo>
                    <a:pt x="115" y="155"/>
                  </a:lnTo>
                  <a:lnTo>
                    <a:pt x="115" y="163"/>
                  </a:lnTo>
                  <a:lnTo>
                    <a:pt x="115" y="168"/>
                  </a:lnTo>
                  <a:lnTo>
                    <a:pt x="115" y="174"/>
                  </a:lnTo>
                  <a:lnTo>
                    <a:pt x="116" y="175"/>
                  </a:lnTo>
                  <a:lnTo>
                    <a:pt x="116" y="175"/>
                  </a:lnTo>
                  <a:lnTo>
                    <a:pt x="117" y="180"/>
                  </a:lnTo>
                  <a:lnTo>
                    <a:pt x="118" y="185"/>
                  </a:lnTo>
                  <a:lnTo>
                    <a:pt x="119" y="186"/>
                  </a:lnTo>
                  <a:lnTo>
                    <a:pt x="119" y="187"/>
                  </a:lnTo>
                  <a:lnTo>
                    <a:pt x="122" y="190"/>
                  </a:lnTo>
                  <a:lnTo>
                    <a:pt x="124" y="193"/>
                  </a:lnTo>
                  <a:lnTo>
                    <a:pt x="125" y="194"/>
                  </a:lnTo>
                  <a:lnTo>
                    <a:pt x="125" y="195"/>
                  </a:lnTo>
                  <a:lnTo>
                    <a:pt x="128" y="198"/>
                  </a:lnTo>
                  <a:lnTo>
                    <a:pt x="130" y="199"/>
                  </a:lnTo>
                  <a:lnTo>
                    <a:pt x="134" y="201"/>
                  </a:lnTo>
                  <a:lnTo>
                    <a:pt x="137" y="203"/>
                  </a:lnTo>
                  <a:lnTo>
                    <a:pt x="137" y="210"/>
                  </a:lnTo>
                  <a:lnTo>
                    <a:pt x="138" y="216"/>
                  </a:lnTo>
                  <a:lnTo>
                    <a:pt x="138" y="218"/>
                  </a:lnTo>
                  <a:lnTo>
                    <a:pt x="138" y="220"/>
                  </a:lnTo>
                  <a:lnTo>
                    <a:pt x="141" y="231"/>
                  </a:lnTo>
                  <a:lnTo>
                    <a:pt x="144" y="242"/>
                  </a:lnTo>
                  <a:lnTo>
                    <a:pt x="148" y="250"/>
                  </a:lnTo>
                  <a:lnTo>
                    <a:pt x="151" y="257"/>
                  </a:lnTo>
                  <a:lnTo>
                    <a:pt x="156" y="263"/>
                  </a:lnTo>
                  <a:lnTo>
                    <a:pt x="161" y="268"/>
                  </a:lnTo>
                  <a:lnTo>
                    <a:pt x="165" y="272"/>
                  </a:lnTo>
                  <a:lnTo>
                    <a:pt x="168" y="275"/>
                  </a:lnTo>
                  <a:lnTo>
                    <a:pt x="168" y="281"/>
                  </a:lnTo>
                  <a:lnTo>
                    <a:pt x="168" y="312"/>
                  </a:lnTo>
                  <a:lnTo>
                    <a:pt x="168" y="319"/>
                  </a:lnTo>
                  <a:lnTo>
                    <a:pt x="142" y="331"/>
                  </a:lnTo>
                  <a:lnTo>
                    <a:pt x="115" y="344"/>
                  </a:lnTo>
                  <a:lnTo>
                    <a:pt x="87" y="357"/>
                  </a:lnTo>
                  <a:lnTo>
                    <a:pt x="62" y="370"/>
                  </a:lnTo>
                  <a:lnTo>
                    <a:pt x="47" y="380"/>
                  </a:lnTo>
                  <a:lnTo>
                    <a:pt x="34" y="388"/>
                  </a:lnTo>
                  <a:lnTo>
                    <a:pt x="19" y="399"/>
                  </a:lnTo>
                  <a:lnTo>
                    <a:pt x="9" y="408"/>
                  </a:lnTo>
                  <a:lnTo>
                    <a:pt x="5" y="413"/>
                  </a:lnTo>
                  <a:lnTo>
                    <a:pt x="3" y="417"/>
                  </a:lnTo>
                  <a:lnTo>
                    <a:pt x="2" y="420"/>
                  </a:lnTo>
                  <a:lnTo>
                    <a:pt x="0" y="424"/>
                  </a:lnTo>
                  <a:lnTo>
                    <a:pt x="0" y="495"/>
                  </a:lnTo>
                  <a:lnTo>
                    <a:pt x="2" y="500"/>
                  </a:lnTo>
                  <a:lnTo>
                    <a:pt x="4" y="504"/>
                  </a:lnTo>
                  <a:lnTo>
                    <a:pt x="8" y="506"/>
                  </a:lnTo>
                  <a:lnTo>
                    <a:pt x="12" y="507"/>
                  </a:lnTo>
                  <a:lnTo>
                    <a:pt x="468" y="507"/>
                  </a:lnTo>
                  <a:lnTo>
                    <a:pt x="473" y="506"/>
                  </a:lnTo>
                  <a:lnTo>
                    <a:pt x="476" y="504"/>
                  </a:lnTo>
                  <a:lnTo>
                    <a:pt x="479" y="500"/>
                  </a:lnTo>
                  <a:lnTo>
                    <a:pt x="480" y="495"/>
                  </a:lnTo>
                  <a:lnTo>
                    <a:pt x="480" y="424"/>
                  </a:lnTo>
                  <a:lnTo>
                    <a:pt x="480" y="420"/>
                  </a:lnTo>
                  <a:lnTo>
                    <a:pt x="477" y="417"/>
                  </a:lnTo>
                  <a:lnTo>
                    <a:pt x="475" y="413"/>
                  </a:lnTo>
                  <a:lnTo>
                    <a:pt x="471" y="408"/>
                  </a:lnTo>
                  <a:lnTo>
                    <a:pt x="462" y="399"/>
                  </a:lnTo>
                  <a:lnTo>
                    <a:pt x="446" y="3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grpSp>
      <p:pic>
        <p:nvPicPr>
          <p:cNvPr id="3" name="Imagen 2">
            <a:extLst>
              <a:ext uri="{FF2B5EF4-FFF2-40B4-BE49-F238E27FC236}">
                <a16:creationId xmlns:a16="http://schemas.microsoft.com/office/drawing/2014/main" id="{366F851A-7206-FC92-1362-2E471F5F8F2E}"/>
              </a:ext>
            </a:extLst>
          </p:cNvPr>
          <p:cNvPicPr>
            <a:picLocks noChangeAspect="1"/>
          </p:cNvPicPr>
          <p:nvPr/>
        </p:nvPicPr>
        <p:blipFill>
          <a:blip r:embed="rId3"/>
          <a:stretch>
            <a:fillRect/>
          </a:stretch>
        </p:blipFill>
        <p:spPr>
          <a:xfrm>
            <a:off x="485775" y="1285875"/>
            <a:ext cx="11220450" cy="4286250"/>
          </a:xfrm>
          <a:prstGeom prst="rect">
            <a:avLst/>
          </a:prstGeom>
        </p:spPr>
      </p:pic>
      <p:sp>
        <p:nvSpPr>
          <p:cNvPr id="6" name="CuadroTexto 5">
            <a:extLst>
              <a:ext uri="{FF2B5EF4-FFF2-40B4-BE49-F238E27FC236}">
                <a16:creationId xmlns:a16="http://schemas.microsoft.com/office/drawing/2014/main" id="{A93804D2-000D-D10E-35A0-0681905DC64C}"/>
              </a:ext>
            </a:extLst>
          </p:cNvPr>
          <p:cNvSpPr txBox="1"/>
          <p:nvPr/>
        </p:nvSpPr>
        <p:spPr>
          <a:xfrm>
            <a:off x="1445882" y="5374930"/>
            <a:ext cx="6102220" cy="671915"/>
          </a:xfrm>
          <a:prstGeom prst="rect">
            <a:avLst/>
          </a:prstGeom>
          <a:noFill/>
        </p:spPr>
        <p:txBody>
          <a:bodyPr wrap="square">
            <a:spAutoFit/>
          </a:bodyPr>
          <a:lstStyle/>
          <a:p>
            <a:pPr marL="228600">
              <a:lnSpc>
                <a:spcPct val="107000"/>
              </a:lnSpc>
              <a:spcAft>
                <a:spcPts val="800"/>
              </a:spcAft>
              <a:buNone/>
            </a:pPr>
            <a:r>
              <a:rPr lang="es-MX" sz="1800" kern="100" dirty="0" err="1">
                <a:effectLst/>
                <a:latin typeface="Calibri" panose="020F0502020204030204" pitchFamily="34" charset="0"/>
                <a:ea typeface="Calibri" panose="020F0502020204030204" pitchFamily="34" charset="0"/>
                <a:cs typeface="Times New Roman" panose="02020603050405020304" pitchFamily="18" charset="0"/>
              </a:rPr>
              <a:t>Mbappe</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kern="100" dirty="0" err="1">
                <a:effectLst/>
                <a:latin typeface="Calibri" panose="020F0502020204030204" pitchFamily="34" charset="0"/>
                <a:ea typeface="Calibri" panose="020F0502020204030204" pitchFamily="34" charset="0"/>
                <a:cs typeface="Times New Roman" panose="02020603050405020304" pitchFamily="18" charset="0"/>
              </a:rPr>
              <a:t>Dybala</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kern="100" dirty="0" err="1">
                <a:effectLst/>
                <a:latin typeface="Calibri" panose="020F0502020204030204" pitchFamily="34" charset="0"/>
                <a:ea typeface="Calibri" panose="020F0502020204030204" pitchFamily="34" charset="0"/>
                <a:cs typeface="Times New Roman" panose="02020603050405020304" pitchFamily="18" charset="0"/>
              </a:rPr>
              <a:t>Oblak</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de gea, De </a:t>
            </a:r>
            <a:r>
              <a:rPr lang="es-MX" sz="1800" kern="100" dirty="0" err="1">
                <a:effectLst/>
                <a:latin typeface="Calibri" panose="020F0502020204030204" pitchFamily="34" charset="0"/>
                <a:ea typeface="Calibri" panose="020F0502020204030204" pitchFamily="34" charset="0"/>
                <a:cs typeface="Times New Roman" panose="02020603050405020304" pitchFamily="18" charset="0"/>
              </a:rPr>
              <a:t>Bruyne</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kern="100" dirty="0" err="1">
                <a:effectLst/>
                <a:latin typeface="Calibri" panose="020F0502020204030204" pitchFamily="34" charset="0"/>
                <a:ea typeface="Calibri" panose="020F0502020204030204" pitchFamily="34" charset="0"/>
                <a:cs typeface="Times New Roman" panose="02020603050405020304" pitchFamily="18" charset="0"/>
              </a:rPr>
              <a:t>segun</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el </a:t>
            </a:r>
            <a:r>
              <a:rPr lang="es-MX" sz="1800" kern="100" dirty="0" err="1">
                <a:effectLst/>
                <a:latin typeface="Calibri" panose="020F0502020204030204" pitchFamily="34" charset="0"/>
                <a:ea typeface="Calibri" panose="020F0502020204030204" pitchFamily="34" charset="0"/>
                <a:cs typeface="Times New Roman" panose="02020603050405020304" pitchFamily="18" charset="0"/>
              </a:rPr>
              <a:t>analisis</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son las futuras estrellas</a:t>
            </a:r>
          </a:p>
        </p:txBody>
      </p:sp>
    </p:spTree>
    <p:extLst>
      <p:ext uri="{BB962C8B-B14F-4D97-AF65-F5344CB8AC3E}">
        <p14:creationId xmlns:p14="http://schemas.microsoft.com/office/powerpoint/2010/main" val="875445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hidden="1">
            <a:extLst>
              <a:ext uri="{FF2B5EF4-FFF2-40B4-BE49-F238E27FC236}">
                <a16:creationId xmlns:a16="http://schemas.microsoft.com/office/drawing/2014/main" id="{A588A72A-976E-478A-9DD3-765AB3ED4CD0}"/>
              </a:ext>
            </a:extLst>
          </p:cNvPr>
          <p:cNvSpPr>
            <a:spLocks noGrp="1"/>
          </p:cNvSpPr>
          <p:nvPr>
            <p:ph type="title" idx="4294967295"/>
          </p:nvPr>
        </p:nvSpPr>
        <p:spPr>
          <a:xfrm>
            <a:off x="0" y="365125"/>
            <a:ext cx="10515600" cy="1325563"/>
          </a:xfrm>
        </p:spPr>
        <p:txBody>
          <a:bodyPr rtlCol="0"/>
          <a:lstStyle/>
          <a:p>
            <a:r>
              <a:rPr lang="es-ES" dirty="0"/>
              <a:t>Diapositiva de análisis de proyecto 8</a:t>
            </a:r>
          </a:p>
        </p:txBody>
      </p:sp>
      <p:cxnSp>
        <p:nvCxnSpPr>
          <p:cNvPr id="8" name="Conector rec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ítulo 1">
            <a:extLst>
              <a:ext uri="{FF2B5EF4-FFF2-40B4-BE49-F238E27FC236}">
                <a16:creationId xmlns:a16="http://schemas.microsoft.com/office/drawing/2014/main" id="{4E3F5479-058B-4FA8-92E9-18CAB8CDC5C5}"/>
              </a:ext>
            </a:extLst>
          </p:cNvPr>
          <p:cNvSpPr txBox="1">
            <a:spLocks/>
          </p:cNvSpPr>
          <p:nvPr/>
        </p:nvSpPr>
        <p:spPr>
          <a:xfrm>
            <a:off x="228600" y="190500"/>
            <a:ext cx="11734800" cy="1052596"/>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800" dirty="0"/>
              <a:t>Futuras Estrellas </a:t>
            </a:r>
          </a:p>
          <a:p>
            <a:pPr algn="ctr"/>
            <a:r>
              <a:rPr lang="es-MX" sz="2800" dirty="0"/>
              <a:t>Identificadas</a:t>
            </a:r>
            <a:br>
              <a:rPr lang="es-ES" sz="2800" dirty="0">
                <a:solidFill>
                  <a:schemeClr val="tx1">
                    <a:lumMod val="75000"/>
                    <a:lumOff val="25000"/>
                  </a:schemeClr>
                </a:solidFill>
              </a:rPr>
            </a:br>
            <a:r>
              <a:rPr lang="es-ES" sz="2000" dirty="0">
                <a:solidFill>
                  <a:schemeClr val="tx1">
                    <a:lumMod val="75000"/>
                    <a:lumOff val="25000"/>
                  </a:schemeClr>
                </a:solidFill>
              </a:rPr>
              <a:t> </a:t>
            </a:r>
            <a:endParaRPr lang="es-ES" sz="2800" dirty="0">
              <a:solidFill>
                <a:schemeClr val="tx1">
                  <a:lumMod val="75000"/>
                  <a:lumOff val="25000"/>
                </a:schemeClr>
              </a:solidFill>
            </a:endParaRPr>
          </a:p>
        </p:txBody>
      </p:sp>
      <p:cxnSp>
        <p:nvCxnSpPr>
          <p:cNvPr id="14" name="Conector rec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3" name="Imagen 2">
            <a:extLst>
              <a:ext uri="{FF2B5EF4-FFF2-40B4-BE49-F238E27FC236}">
                <a16:creationId xmlns:a16="http://schemas.microsoft.com/office/drawing/2014/main" id="{6174FC35-62BE-82E0-9015-D709AD868B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783" y="1716834"/>
            <a:ext cx="11523759" cy="2864691"/>
          </a:xfrm>
          <a:prstGeom prst="rect">
            <a:avLst/>
          </a:prstGeom>
          <a:noFill/>
          <a:ln>
            <a:noFill/>
          </a:ln>
        </p:spPr>
      </p:pic>
      <p:sp>
        <p:nvSpPr>
          <p:cNvPr id="5" name="CuadroTexto 4">
            <a:extLst>
              <a:ext uri="{FF2B5EF4-FFF2-40B4-BE49-F238E27FC236}">
                <a16:creationId xmlns:a16="http://schemas.microsoft.com/office/drawing/2014/main" id="{9EED0A96-71B8-C258-118C-934E7E0D4145}"/>
              </a:ext>
            </a:extLst>
          </p:cNvPr>
          <p:cNvSpPr txBox="1"/>
          <p:nvPr/>
        </p:nvSpPr>
        <p:spPr>
          <a:xfrm>
            <a:off x="1110343" y="4272677"/>
            <a:ext cx="3526971" cy="2585323"/>
          </a:xfrm>
          <a:prstGeom prst="rect">
            <a:avLst/>
          </a:prstGeom>
          <a:noFill/>
        </p:spPr>
        <p:txBody>
          <a:bodyPr wrap="square">
            <a:spAutoFit/>
          </a:bodyPr>
          <a:lstStyle/>
          <a:p>
            <a:pPr>
              <a:buFont typeface="Arial" panose="020B0604020202020204" pitchFamily="34" charset="0"/>
              <a:buChar char="•"/>
            </a:pPr>
            <a:r>
              <a:rPr lang="es-MX" dirty="0" err="1"/>
              <a:t>Kylian</a:t>
            </a:r>
            <a:r>
              <a:rPr lang="es-MX" dirty="0"/>
              <a:t> </a:t>
            </a:r>
            <a:r>
              <a:rPr lang="es-MX" dirty="0" err="1"/>
              <a:t>Mbappé</a:t>
            </a:r>
            <a:endParaRPr lang="es-MX" dirty="0"/>
          </a:p>
          <a:p>
            <a:pPr>
              <a:buFont typeface="Arial" panose="020B0604020202020204" pitchFamily="34" charset="0"/>
              <a:buChar char="•"/>
            </a:pPr>
            <a:r>
              <a:rPr lang="es-MX" dirty="0"/>
              <a:t>Paulo </a:t>
            </a:r>
            <a:r>
              <a:rPr lang="es-MX" dirty="0" err="1"/>
              <a:t>Dybala</a:t>
            </a:r>
            <a:endParaRPr lang="es-MX" dirty="0"/>
          </a:p>
          <a:p>
            <a:pPr>
              <a:buFont typeface="Arial" panose="020B0604020202020204" pitchFamily="34" charset="0"/>
              <a:buChar char="•"/>
            </a:pPr>
            <a:r>
              <a:rPr lang="es-MX" dirty="0"/>
              <a:t>Jan </a:t>
            </a:r>
            <a:r>
              <a:rPr lang="es-MX" dirty="0" err="1"/>
              <a:t>Oblak</a:t>
            </a:r>
            <a:endParaRPr lang="es-MX" dirty="0"/>
          </a:p>
          <a:p>
            <a:pPr>
              <a:buFont typeface="Arial" panose="020B0604020202020204" pitchFamily="34" charset="0"/>
              <a:buChar char="•"/>
            </a:pPr>
            <a:r>
              <a:rPr lang="es-MX" dirty="0"/>
              <a:t>David de Gea</a:t>
            </a:r>
          </a:p>
          <a:p>
            <a:pPr>
              <a:buFont typeface="Arial" panose="020B0604020202020204" pitchFamily="34" charset="0"/>
              <a:buChar char="•"/>
            </a:pPr>
            <a:r>
              <a:rPr lang="es-MX" dirty="0"/>
              <a:t>Kevin De </a:t>
            </a:r>
            <a:r>
              <a:rPr lang="es-MX" dirty="0" err="1"/>
              <a:t>Bruyne</a:t>
            </a:r>
            <a:endParaRPr lang="es-MX" dirty="0"/>
          </a:p>
          <a:p>
            <a:pPr>
              <a:buNone/>
            </a:pPr>
            <a:r>
              <a:rPr lang="es-MX" dirty="0"/>
              <a:t>Explicación:</a:t>
            </a:r>
          </a:p>
          <a:p>
            <a:pPr>
              <a:buFont typeface="Arial" panose="020B0604020202020204" pitchFamily="34" charset="0"/>
              <a:buChar char="•"/>
            </a:pPr>
            <a:r>
              <a:rPr lang="es-MX" dirty="0"/>
              <a:t>Alto </a:t>
            </a:r>
            <a:r>
              <a:rPr lang="es-MX" dirty="0" err="1"/>
              <a:t>overall</a:t>
            </a:r>
            <a:endParaRPr lang="es-MX" dirty="0"/>
          </a:p>
          <a:p>
            <a:pPr>
              <a:buFont typeface="Arial" panose="020B0604020202020204" pitchFamily="34" charset="0"/>
              <a:buChar char="•"/>
            </a:pPr>
            <a:r>
              <a:rPr lang="es-MX" dirty="0"/>
              <a:t>Alto </a:t>
            </a:r>
            <a:r>
              <a:rPr lang="es-MX" dirty="0" err="1"/>
              <a:t>potential</a:t>
            </a:r>
            <a:endParaRPr lang="es-MX" dirty="0"/>
          </a:p>
          <a:p>
            <a:pPr>
              <a:buFont typeface="Arial" panose="020B0604020202020204" pitchFamily="34" charset="0"/>
              <a:buChar char="•"/>
            </a:pPr>
            <a:r>
              <a:rPr lang="es-MX" dirty="0"/>
              <a:t>Edad competitiva</a:t>
            </a:r>
          </a:p>
        </p:txBody>
      </p:sp>
    </p:spTree>
    <p:extLst>
      <p:ext uri="{BB962C8B-B14F-4D97-AF65-F5344CB8AC3E}">
        <p14:creationId xmlns:p14="http://schemas.microsoft.com/office/powerpoint/2010/main" val="727364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Rombo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13" name="Rombo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sp>
        <p:nvSpPr>
          <p:cNvPr id="15" name="Título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rtlCol="0" anchor="ctr">
            <a:spAutoFit/>
          </a:bodyPr>
          <a:lstStyle/>
          <a:p>
            <a:pPr rtl="0"/>
            <a:r>
              <a:rPr lang="es-ES" sz="7200" b="1" dirty="0">
                <a:solidFill>
                  <a:schemeClr val="bg1"/>
                </a:solidFill>
              </a:rPr>
              <a:t>Gracias</a:t>
            </a:r>
            <a:endParaRPr lang="es-ES" sz="7200" dirty="0">
              <a:solidFill>
                <a:schemeClr val="accent4"/>
              </a:solidFill>
            </a:endParaRPr>
          </a:p>
        </p:txBody>
      </p:sp>
      <p:pic>
        <p:nvPicPr>
          <p:cNvPr id="6" name="Imagen 5" descr="Esta imagen es un icono que indica &quot;24Slides&quot;.">
            <a:hlinkClick r:id="rId3"/>
            <a:extLst>
              <a:ext uri="{FF2B5EF4-FFF2-40B4-BE49-F238E27FC236}">
                <a16:creationId xmlns:a16="http://schemas.microsoft.com/office/drawing/2014/main" id="{A86744F2-5246-4A0A-B119-35E7FB76A0D8}"/>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5360332" y="5919419"/>
            <a:ext cx="1471335" cy="420363"/>
          </a:xfrm>
          <a:prstGeom prst="rect">
            <a:avLst/>
          </a:prstGeom>
          <a:effectLst/>
        </p:spPr>
      </p:pic>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Tema de Offic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30740559_TF78455520.potx" id="{5EE861E3-3564-47B4-8A02-FBEAC36CFAB2}" vid="{A83930CC-2020-4C50-8F1B-917CB7D55B4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Análisis del proyecto, de 24Slides</Template>
  <TotalTime>214</TotalTime>
  <Words>637</Words>
  <Application>Microsoft Office PowerPoint</Application>
  <PresentationFormat>Panorámica</PresentationFormat>
  <Paragraphs>62</Paragraphs>
  <Slides>9</Slides>
  <Notes>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Calibri</vt:lpstr>
      <vt:lpstr>Century Gothic</vt:lpstr>
      <vt:lpstr>Segoe UI Light</vt:lpstr>
      <vt:lpstr>Tema de Office</vt:lpstr>
      <vt:lpstr>Análisis Exploratorio de Datos – FIFA Players Dataset Juan Jesús Antonio González González</vt:lpstr>
      <vt:lpstr>Diapositiva de análisis de proyecto 2</vt:lpstr>
      <vt:lpstr>Diapositiva de análisis de proyecto 3</vt:lpstr>
      <vt:lpstr>Diapositiva de análisis de proyecto 4</vt:lpstr>
      <vt:lpstr>Diapositiva de análisis de proyecto 5</vt:lpstr>
      <vt:lpstr>Diapositiva de análisis de proyecto 5</vt:lpstr>
      <vt:lpstr>Diapositiva de análisis de proyecto 7</vt:lpstr>
      <vt:lpstr>Diapositiva de análisis de proyecto 8</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Jesus Antonio Gonzalez Gonzalez</dc:creator>
  <cp:lastModifiedBy>Juan Jesus Antonio Gonzalez Gonzalez</cp:lastModifiedBy>
  <cp:revision>2</cp:revision>
  <dcterms:created xsi:type="dcterms:W3CDTF">2026-02-24T19:20:37Z</dcterms:created>
  <dcterms:modified xsi:type="dcterms:W3CDTF">2026-02-24T22:55:34Z</dcterms:modified>
</cp:coreProperties>
</file>